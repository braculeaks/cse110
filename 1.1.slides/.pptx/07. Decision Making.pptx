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1" roundtripDataSignature="AMtx7mg4suuDsVaMU1eHA8fkL1C6VQsg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7" name="Google Shape;28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Decision Making</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Branching or Selection Statements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Conditional / Selection Statement </a:t>
            </a:r>
            <a:endParaRPr b="1"/>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Execution of a block of code on the basis of some </a:t>
            </a:r>
            <a:r>
              <a:rPr b="1" lang="en" sz="1600">
                <a:solidFill>
                  <a:schemeClr val="dk1"/>
                </a:solidFill>
              </a:rPr>
              <a:t>Conditions</a:t>
            </a:r>
            <a:r>
              <a:rPr lang="en" sz="1600">
                <a:solidFill>
                  <a:schemeClr val="dk1"/>
                </a:solidFill>
              </a:rPr>
              <a: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Non sequential program statements</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Selection statements may be </a:t>
            </a:r>
            <a:r>
              <a:rPr b="1" lang="en" sz="1600">
                <a:solidFill>
                  <a:schemeClr val="dk1"/>
                </a:solidFill>
              </a:rPr>
              <a:t>unary or non</a:t>
            </a:r>
            <a:r>
              <a:rPr lang="en" sz="1600">
                <a:solidFill>
                  <a:schemeClr val="dk1"/>
                </a:solidFill>
              </a:rPr>
              <a:t> </a:t>
            </a:r>
            <a:r>
              <a:rPr b="1" lang="en" sz="1600">
                <a:solidFill>
                  <a:schemeClr val="dk1"/>
                </a:solidFill>
              </a:rPr>
              <a:t>unary. </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Ex: if, else if, else, switch-case</a:t>
            </a:r>
            <a:endParaRPr sz="1600">
              <a:solidFill>
                <a:schemeClr val="dk1"/>
              </a:solidFill>
            </a:endParaRPr>
          </a:p>
          <a:p>
            <a:pPr indent="457200" lvl="0" marL="0" rtl="0" algn="l">
              <a:lnSpc>
                <a:spcPct val="100000"/>
              </a:lnSpc>
              <a:spcBef>
                <a:spcPts val="1200"/>
              </a:spcBef>
              <a:spcAft>
                <a:spcPts val="0"/>
              </a:spcAft>
              <a:buSzPts val="1800"/>
              <a:buNone/>
            </a:pPr>
            <a:r>
              <a:rPr lang="en" sz="1600">
                <a:solidFill>
                  <a:schemeClr val="dk1"/>
                </a:solidFill>
              </a:rPr>
              <a:t>Remember this diamond shape from the “Flowchart” chapter?</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1200"/>
              </a:spcBef>
              <a:spcAft>
                <a:spcPts val="1200"/>
              </a:spcAft>
              <a:buSzPts val="1800"/>
              <a:buNone/>
            </a:pPr>
            <a:r>
              <a:t/>
            </a:r>
            <a:endParaRPr sz="1600">
              <a:solidFill>
                <a:schemeClr val="dk1"/>
              </a:solidFill>
            </a:endParaRPr>
          </a:p>
        </p:txBody>
      </p:sp>
      <p:sp>
        <p:nvSpPr>
          <p:cNvPr id="62" name="Google Shape;62;p2"/>
          <p:cNvSpPr/>
          <p:nvPr/>
        </p:nvSpPr>
        <p:spPr>
          <a:xfrm>
            <a:off x="3715225" y="3021700"/>
            <a:ext cx="1615425" cy="1276000"/>
          </a:xfrm>
          <a:prstGeom prst="flowChartDecision">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Checks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a condition is true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or not.</a:t>
            </a:r>
            <a:endParaRPr b="0" i="0" sz="1200" u="none" cap="none" strike="noStrike">
              <a:solidFill>
                <a:srgbClr val="000000"/>
              </a:solidFill>
              <a:latin typeface="Arial"/>
              <a:ea typeface="Arial"/>
              <a:cs typeface="Arial"/>
              <a:sym typeface="Arial"/>
            </a:endParaRPr>
          </a:p>
        </p:txBody>
      </p:sp>
      <p:cxnSp>
        <p:nvCxnSpPr>
          <p:cNvPr id="63" name="Google Shape;63;p2"/>
          <p:cNvCxnSpPr>
            <a:stCxn id="62" idx="1"/>
            <a:endCxn id="64" idx="0"/>
          </p:cNvCxnSpPr>
          <p:nvPr/>
        </p:nvCxnSpPr>
        <p:spPr>
          <a:xfrm flipH="1">
            <a:off x="3184225" y="3659700"/>
            <a:ext cx="531000" cy="490500"/>
          </a:xfrm>
          <a:prstGeom prst="bentConnector2">
            <a:avLst/>
          </a:prstGeom>
          <a:noFill/>
          <a:ln cap="flat" cmpd="sng" w="9525">
            <a:solidFill>
              <a:schemeClr val="dk2"/>
            </a:solidFill>
            <a:prstDash val="solid"/>
            <a:round/>
            <a:headEnd len="sm" w="sm" type="none"/>
            <a:tailEnd len="med" w="med" type="triangle"/>
          </a:ln>
        </p:spPr>
      </p:cxnSp>
      <p:cxnSp>
        <p:nvCxnSpPr>
          <p:cNvPr id="65" name="Google Shape;65;p2"/>
          <p:cNvCxnSpPr>
            <a:stCxn id="62" idx="3"/>
            <a:endCxn id="66" idx="0"/>
          </p:cNvCxnSpPr>
          <p:nvPr/>
        </p:nvCxnSpPr>
        <p:spPr>
          <a:xfrm>
            <a:off x="5330650" y="3659700"/>
            <a:ext cx="709200" cy="501900"/>
          </a:xfrm>
          <a:prstGeom prst="bentConnector2">
            <a:avLst/>
          </a:prstGeom>
          <a:noFill/>
          <a:ln cap="flat" cmpd="sng" w="9525">
            <a:solidFill>
              <a:schemeClr val="dk2"/>
            </a:solidFill>
            <a:prstDash val="solid"/>
            <a:round/>
            <a:headEnd len="sm" w="sm" type="none"/>
            <a:tailEnd len="med" w="med" type="triangle"/>
          </a:ln>
        </p:spPr>
      </p:cxnSp>
      <p:sp>
        <p:nvSpPr>
          <p:cNvPr id="64" name="Google Shape;64;p2"/>
          <p:cNvSpPr/>
          <p:nvPr/>
        </p:nvSpPr>
        <p:spPr>
          <a:xfrm>
            <a:off x="2417450" y="4150125"/>
            <a:ext cx="1533600" cy="548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True block</a:t>
            </a:r>
            <a:endParaRPr b="0" i="0" sz="1400" u="none" cap="none" strike="noStrike">
              <a:solidFill>
                <a:srgbClr val="000000"/>
              </a:solidFill>
              <a:latin typeface="Arial"/>
              <a:ea typeface="Arial"/>
              <a:cs typeface="Arial"/>
              <a:sym typeface="Arial"/>
            </a:endParaRPr>
          </a:p>
        </p:txBody>
      </p:sp>
      <p:sp>
        <p:nvSpPr>
          <p:cNvPr id="66" name="Google Shape;66;p2"/>
          <p:cNvSpPr/>
          <p:nvPr/>
        </p:nvSpPr>
        <p:spPr>
          <a:xfrm>
            <a:off x="5273050" y="4161525"/>
            <a:ext cx="1533600" cy="5256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False block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(Not mandatory)</a:t>
            </a:r>
            <a:endParaRPr b="0" i="0" sz="1400" u="none" cap="none" strike="noStrike">
              <a:solidFill>
                <a:srgbClr val="000000"/>
              </a:solidFill>
              <a:latin typeface="Arial"/>
              <a:ea typeface="Arial"/>
              <a:cs typeface="Arial"/>
              <a:sym typeface="Arial"/>
            </a:endParaRPr>
          </a:p>
        </p:txBody>
      </p:sp>
      <p:sp>
        <p:nvSpPr>
          <p:cNvPr id="67" name="Google Shape;67;p2"/>
          <p:cNvSpPr txBox="1"/>
          <p:nvPr/>
        </p:nvSpPr>
        <p:spPr>
          <a:xfrm>
            <a:off x="3213200" y="3298675"/>
            <a:ext cx="680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True</a:t>
            </a:r>
            <a:endParaRPr b="0" i="0" sz="1200" u="none" cap="none" strike="noStrike">
              <a:solidFill>
                <a:srgbClr val="000000"/>
              </a:solidFill>
              <a:latin typeface="Arial"/>
              <a:ea typeface="Arial"/>
              <a:cs typeface="Arial"/>
              <a:sym typeface="Arial"/>
            </a:endParaRPr>
          </a:p>
        </p:txBody>
      </p:sp>
      <p:sp>
        <p:nvSpPr>
          <p:cNvPr id="68" name="Google Shape;68;p2"/>
          <p:cNvSpPr txBox="1"/>
          <p:nvPr/>
        </p:nvSpPr>
        <p:spPr>
          <a:xfrm>
            <a:off x="5273050" y="3298675"/>
            <a:ext cx="6807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False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idx="1" type="body"/>
          </p:nvPr>
        </p:nvSpPr>
        <p:spPr>
          <a:xfrm>
            <a:off x="311700" y="1118600"/>
            <a:ext cx="8520600" cy="34164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Ex: Printing “Got an Even Number” only if a number satisfies condition to be even or Print “Got an Odd Number” if a number did not satisfy condition to be even.</a:t>
            </a:r>
            <a:endParaRPr sz="1600">
              <a:solidFill>
                <a:schemeClr val="dk1"/>
              </a:solidFill>
            </a:endParaRPr>
          </a:p>
          <a:p>
            <a:pPr indent="0" lvl="0" marL="457200" rtl="0" algn="l">
              <a:lnSpc>
                <a:spcPct val="115000"/>
              </a:lnSpc>
              <a:spcBef>
                <a:spcPts val="1200"/>
              </a:spcBef>
              <a:spcAft>
                <a:spcPts val="1200"/>
              </a:spcAft>
              <a:buSzPts val="1800"/>
              <a:buNone/>
            </a:pPr>
            <a:r>
              <a:t/>
            </a:r>
            <a:endParaRPr sz="1600">
              <a:solidFill>
                <a:schemeClr val="dk1"/>
              </a:solidFill>
            </a:endParaRPr>
          </a:p>
        </p:txBody>
      </p:sp>
      <p:sp>
        <p:nvSpPr>
          <p:cNvPr id="74" name="Google Shape;7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
              <a:t>Conditional / Selection Statement (Contd)</a:t>
            </a:r>
            <a:endParaRPr b="1"/>
          </a:p>
        </p:txBody>
      </p:sp>
      <p:pic>
        <p:nvPicPr>
          <p:cNvPr id="75" name="Google Shape;75;p3"/>
          <p:cNvPicPr preferRelativeResize="0"/>
          <p:nvPr/>
        </p:nvPicPr>
        <p:blipFill rotWithShape="1">
          <a:blip r:embed="rId3">
            <a:alphaModFix/>
          </a:blip>
          <a:srcRect b="0" l="0" r="0" t="0"/>
          <a:stretch/>
        </p:blipFill>
        <p:spPr>
          <a:xfrm>
            <a:off x="1767296" y="3731088"/>
            <a:ext cx="1758776" cy="1170822"/>
          </a:xfrm>
          <a:prstGeom prst="rect">
            <a:avLst/>
          </a:prstGeom>
          <a:noFill/>
          <a:ln>
            <a:noFill/>
          </a:ln>
        </p:spPr>
      </p:pic>
      <p:sp>
        <p:nvSpPr>
          <p:cNvPr id="76" name="Google Shape;76;p3"/>
          <p:cNvSpPr/>
          <p:nvPr/>
        </p:nvSpPr>
        <p:spPr>
          <a:xfrm>
            <a:off x="3679990" y="2165200"/>
            <a:ext cx="1461900" cy="2532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Number</a:t>
            </a:r>
            <a:endParaRPr b="0" i="0" sz="1400" u="none" cap="none" strike="noStrike">
              <a:solidFill>
                <a:srgbClr val="000000"/>
              </a:solidFill>
              <a:latin typeface="Arial"/>
              <a:ea typeface="Arial"/>
              <a:cs typeface="Arial"/>
              <a:sym typeface="Arial"/>
            </a:endParaRPr>
          </a:p>
        </p:txBody>
      </p:sp>
      <p:sp>
        <p:nvSpPr>
          <p:cNvPr id="77" name="Google Shape;77;p3"/>
          <p:cNvSpPr txBox="1"/>
          <p:nvPr/>
        </p:nvSpPr>
        <p:spPr>
          <a:xfrm>
            <a:off x="1915705" y="3888643"/>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“Got an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Even Number”</a:t>
            </a:r>
            <a:endParaRPr b="0" i="0" sz="1400" u="none" cap="none" strike="noStrike">
              <a:solidFill>
                <a:srgbClr val="000000"/>
              </a:solidFill>
              <a:latin typeface="Arial"/>
              <a:ea typeface="Arial"/>
              <a:cs typeface="Arial"/>
              <a:sym typeface="Arial"/>
            </a:endParaRPr>
          </a:p>
        </p:txBody>
      </p:sp>
      <p:sp>
        <p:nvSpPr>
          <p:cNvPr id="78" name="Google Shape;78;p3"/>
          <p:cNvSpPr/>
          <p:nvPr/>
        </p:nvSpPr>
        <p:spPr>
          <a:xfrm>
            <a:off x="970350" y="3186529"/>
            <a:ext cx="3352800" cy="3168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Number satisfies condition to be even</a:t>
            </a:r>
            <a:endParaRPr b="0" i="0" sz="1200" u="none" cap="none" strike="noStrike">
              <a:solidFill>
                <a:srgbClr val="000000"/>
              </a:solidFill>
              <a:latin typeface="Arial"/>
              <a:ea typeface="Arial"/>
              <a:cs typeface="Arial"/>
              <a:sym typeface="Arial"/>
            </a:endParaRPr>
          </a:p>
        </p:txBody>
      </p:sp>
      <p:cxnSp>
        <p:nvCxnSpPr>
          <p:cNvPr id="79" name="Google Shape;79;p3"/>
          <p:cNvCxnSpPr>
            <a:stCxn id="78" idx="2"/>
            <a:endCxn id="75" idx="0"/>
          </p:cNvCxnSpPr>
          <p:nvPr/>
        </p:nvCxnSpPr>
        <p:spPr>
          <a:xfrm>
            <a:off x="2646750" y="3503329"/>
            <a:ext cx="0" cy="227700"/>
          </a:xfrm>
          <a:prstGeom prst="straightConnector1">
            <a:avLst/>
          </a:prstGeom>
          <a:noFill/>
          <a:ln cap="flat" cmpd="sng" w="9525">
            <a:solidFill>
              <a:schemeClr val="dk2"/>
            </a:solidFill>
            <a:prstDash val="solid"/>
            <a:round/>
            <a:headEnd len="sm" w="sm" type="none"/>
            <a:tailEnd len="med" w="med" type="triangle"/>
          </a:ln>
        </p:spPr>
      </p:cxnSp>
      <p:sp>
        <p:nvSpPr>
          <p:cNvPr id="80" name="Google Shape;80;p3"/>
          <p:cNvSpPr/>
          <p:nvPr/>
        </p:nvSpPr>
        <p:spPr>
          <a:xfrm>
            <a:off x="4820850" y="3192325"/>
            <a:ext cx="3352800" cy="3597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Number does not satisfy condition to be even (Not mandatory)</a:t>
            </a:r>
            <a:endParaRPr b="0" i="0" sz="1200" u="none" cap="none" strike="noStrike">
              <a:solidFill>
                <a:srgbClr val="000000"/>
              </a:solidFill>
              <a:latin typeface="Arial"/>
              <a:ea typeface="Arial"/>
              <a:cs typeface="Arial"/>
              <a:sym typeface="Arial"/>
            </a:endParaRPr>
          </a:p>
        </p:txBody>
      </p:sp>
      <p:pic>
        <p:nvPicPr>
          <p:cNvPr id="81" name="Google Shape;81;p3"/>
          <p:cNvPicPr preferRelativeResize="0"/>
          <p:nvPr/>
        </p:nvPicPr>
        <p:blipFill rotWithShape="1">
          <a:blip r:embed="rId3">
            <a:alphaModFix/>
          </a:blip>
          <a:srcRect b="0" l="0" r="0" t="0"/>
          <a:stretch/>
        </p:blipFill>
        <p:spPr>
          <a:xfrm>
            <a:off x="5617774" y="3765003"/>
            <a:ext cx="1758776" cy="1170822"/>
          </a:xfrm>
          <a:prstGeom prst="rect">
            <a:avLst/>
          </a:prstGeom>
          <a:noFill/>
          <a:ln>
            <a:noFill/>
          </a:ln>
        </p:spPr>
      </p:pic>
      <p:sp>
        <p:nvSpPr>
          <p:cNvPr id="82" name="Google Shape;82;p3"/>
          <p:cNvSpPr txBox="1"/>
          <p:nvPr/>
        </p:nvSpPr>
        <p:spPr>
          <a:xfrm>
            <a:off x="5766184" y="3922558"/>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Print “Got an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Odd Number”</a:t>
            </a:r>
            <a:endParaRPr b="0" i="0" sz="1400" u="none" cap="none" strike="noStrike">
              <a:solidFill>
                <a:srgbClr val="000000"/>
              </a:solidFill>
              <a:latin typeface="Arial"/>
              <a:ea typeface="Arial"/>
              <a:cs typeface="Arial"/>
              <a:sym typeface="Arial"/>
            </a:endParaRPr>
          </a:p>
        </p:txBody>
      </p:sp>
      <p:cxnSp>
        <p:nvCxnSpPr>
          <p:cNvPr id="83" name="Google Shape;83;p3"/>
          <p:cNvCxnSpPr>
            <a:stCxn id="84" idx="1"/>
            <a:endCxn id="78" idx="0"/>
          </p:cNvCxnSpPr>
          <p:nvPr/>
        </p:nvCxnSpPr>
        <p:spPr>
          <a:xfrm flipH="1">
            <a:off x="2646698" y="2826805"/>
            <a:ext cx="942300" cy="359700"/>
          </a:xfrm>
          <a:prstGeom prst="bentConnector2">
            <a:avLst/>
          </a:prstGeom>
          <a:noFill/>
          <a:ln cap="flat" cmpd="sng" w="9525">
            <a:solidFill>
              <a:schemeClr val="dk2"/>
            </a:solidFill>
            <a:prstDash val="solid"/>
            <a:round/>
            <a:headEnd len="sm" w="sm" type="none"/>
            <a:tailEnd len="sm" w="sm" type="none"/>
          </a:ln>
        </p:spPr>
      </p:cxnSp>
      <p:cxnSp>
        <p:nvCxnSpPr>
          <p:cNvPr id="85" name="Google Shape;85;p3"/>
          <p:cNvCxnSpPr>
            <a:stCxn id="84" idx="3"/>
            <a:endCxn id="80" idx="0"/>
          </p:cNvCxnSpPr>
          <p:nvPr/>
        </p:nvCxnSpPr>
        <p:spPr>
          <a:xfrm>
            <a:off x="5233298" y="2826805"/>
            <a:ext cx="1263900" cy="365400"/>
          </a:xfrm>
          <a:prstGeom prst="bentConnector2">
            <a:avLst/>
          </a:prstGeom>
          <a:noFill/>
          <a:ln cap="flat" cmpd="sng" w="9525">
            <a:solidFill>
              <a:schemeClr val="dk2"/>
            </a:solidFill>
            <a:prstDash val="solid"/>
            <a:round/>
            <a:headEnd len="sm" w="sm" type="none"/>
            <a:tailEnd len="sm" w="sm" type="none"/>
          </a:ln>
        </p:spPr>
      </p:cxnSp>
      <p:cxnSp>
        <p:nvCxnSpPr>
          <p:cNvPr id="86" name="Google Shape;86;p3"/>
          <p:cNvCxnSpPr>
            <a:stCxn id="80" idx="2"/>
            <a:endCxn id="81" idx="0"/>
          </p:cNvCxnSpPr>
          <p:nvPr/>
        </p:nvCxnSpPr>
        <p:spPr>
          <a:xfrm>
            <a:off x="6497250" y="3552025"/>
            <a:ext cx="0" cy="213000"/>
          </a:xfrm>
          <a:prstGeom prst="straightConnector1">
            <a:avLst/>
          </a:prstGeom>
          <a:noFill/>
          <a:ln cap="flat" cmpd="sng" w="9525">
            <a:solidFill>
              <a:schemeClr val="dk2"/>
            </a:solidFill>
            <a:prstDash val="solid"/>
            <a:round/>
            <a:headEnd len="sm" w="sm" type="none"/>
            <a:tailEnd len="med" w="med" type="triangle"/>
          </a:ln>
        </p:spPr>
      </p:cxnSp>
      <p:cxnSp>
        <p:nvCxnSpPr>
          <p:cNvPr id="87" name="Google Shape;87;p3"/>
          <p:cNvCxnSpPr>
            <a:endCxn id="78" idx="0"/>
          </p:cNvCxnSpPr>
          <p:nvPr/>
        </p:nvCxnSpPr>
        <p:spPr>
          <a:xfrm>
            <a:off x="2644650" y="3030229"/>
            <a:ext cx="2100" cy="156300"/>
          </a:xfrm>
          <a:prstGeom prst="straightConnector1">
            <a:avLst/>
          </a:prstGeom>
          <a:noFill/>
          <a:ln cap="flat" cmpd="sng" w="9525">
            <a:solidFill>
              <a:schemeClr val="dk2"/>
            </a:solidFill>
            <a:prstDash val="solid"/>
            <a:round/>
            <a:headEnd len="sm" w="sm" type="none"/>
            <a:tailEnd len="med" w="med" type="triangle"/>
          </a:ln>
        </p:spPr>
      </p:cxnSp>
      <p:cxnSp>
        <p:nvCxnSpPr>
          <p:cNvPr id="88" name="Google Shape;88;p3"/>
          <p:cNvCxnSpPr>
            <a:endCxn id="80" idx="0"/>
          </p:cNvCxnSpPr>
          <p:nvPr/>
        </p:nvCxnSpPr>
        <p:spPr>
          <a:xfrm>
            <a:off x="6491850" y="3048925"/>
            <a:ext cx="5400" cy="143400"/>
          </a:xfrm>
          <a:prstGeom prst="straightConnector1">
            <a:avLst/>
          </a:prstGeom>
          <a:noFill/>
          <a:ln cap="flat" cmpd="sng" w="9525">
            <a:solidFill>
              <a:schemeClr val="dk2"/>
            </a:solidFill>
            <a:prstDash val="solid"/>
            <a:round/>
            <a:headEnd len="sm" w="sm" type="none"/>
            <a:tailEnd len="med" w="med" type="triangle"/>
          </a:ln>
        </p:spPr>
      </p:cxnSp>
      <p:sp>
        <p:nvSpPr>
          <p:cNvPr id="84" name="Google Shape;84;p3"/>
          <p:cNvSpPr/>
          <p:nvPr/>
        </p:nvSpPr>
        <p:spPr>
          <a:xfrm>
            <a:off x="3588998" y="2612605"/>
            <a:ext cx="1644300" cy="428400"/>
          </a:xfrm>
          <a:prstGeom prst="diamond">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Even?</a:t>
            </a:r>
            <a:endParaRPr b="0" i="0" sz="1400" u="none" cap="none" strike="noStrike">
              <a:solidFill>
                <a:srgbClr val="000000"/>
              </a:solidFill>
              <a:latin typeface="Arial"/>
              <a:ea typeface="Arial"/>
              <a:cs typeface="Arial"/>
              <a:sym typeface="Arial"/>
            </a:endParaRPr>
          </a:p>
        </p:txBody>
      </p:sp>
      <p:cxnSp>
        <p:nvCxnSpPr>
          <p:cNvPr id="89" name="Google Shape;89;p3"/>
          <p:cNvCxnSpPr>
            <a:endCxn id="84" idx="0"/>
          </p:cNvCxnSpPr>
          <p:nvPr/>
        </p:nvCxnSpPr>
        <p:spPr>
          <a:xfrm>
            <a:off x="4397948" y="2425405"/>
            <a:ext cx="13200" cy="1872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Selection Statement</a:t>
            </a:r>
            <a:endParaRPr/>
          </a:p>
        </p:txBody>
      </p:sp>
      <p:sp>
        <p:nvSpPr>
          <p:cNvPr id="95" name="Google Shape;95;p4"/>
          <p:cNvSpPr/>
          <p:nvPr/>
        </p:nvSpPr>
        <p:spPr>
          <a:xfrm>
            <a:off x="1887425" y="2146575"/>
            <a:ext cx="947646" cy="3466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START</a:t>
            </a:r>
            <a:endParaRPr b="0" i="0" sz="1600" u="none" cap="none" strike="noStrike">
              <a:solidFill>
                <a:srgbClr val="000000"/>
              </a:solidFill>
              <a:latin typeface="Arial"/>
              <a:ea typeface="Arial"/>
              <a:cs typeface="Arial"/>
              <a:sym typeface="Arial"/>
            </a:endParaRPr>
          </a:p>
        </p:txBody>
      </p:sp>
      <p:sp>
        <p:nvSpPr>
          <p:cNvPr id="96" name="Google Shape;96;p4"/>
          <p:cNvSpPr/>
          <p:nvPr/>
        </p:nvSpPr>
        <p:spPr>
          <a:xfrm>
            <a:off x="1783850" y="4522213"/>
            <a:ext cx="947646" cy="37972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000000"/>
                </a:solidFill>
                <a:latin typeface="Arial"/>
                <a:ea typeface="Arial"/>
                <a:cs typeface="Arial"/>
                <a:sym typeface="Arial"/>
              </a:rPr>
              <a:t>END</a:t>
            </a:r>
            <a:endParaRPr b="0" i="0" sz="1600" u="none" cap="none" strike="noStrike">
              <a:solidFill>
                <a:srgbClr val="000000"/>
              </a:solidFill>
              <a:latin typeface="Arial"/>
              <a:ea typeface="Arial"/>
              <a:cs typeface="Arial"/>
              <a:sym typeface="Arial"/>
            </a:endParaRPr>
          </a:p>
        </p:txBody>
      </p:sp>
      <p:sp>
        <p:nvSpPr>
          <p:cNvPr id="97" name="Google Shape;97;p4"/>
          <p:cNvSpPr/>
          <p:nvPr/>
        </p:nvSpPr>
        <p:spPr>
          <a:xfrm>
            <a:off x="1403500" y="2702975"/>
            <a:ext cx="1915500" cy="10122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if Condition</a:t>
            </a:r>
            <a:endParaRPr b="0" i="0" sz="1400" u="none" cap="none" strike="noStrike">
              <a:solidFill>
                <a:srgbClr val="000000"/>
              </a:solidFill>
              <a:latin typeface="Arial"/>
              <a:ea typeface="Arial"/>
              <a:cs typeface="Arial"/>
              <a:sym typeface="Arial"/>
            </a:endParaRPr>
          </a:p>
        </p:txBody>
      </p:sp>
      <p:sp>
        <p:nvSpPr>
          <p:cNvPr id="98" name="Google Shape;98;p4"/>
          <p:cNvSpPr/>
          <p:nvPr/>
        </p:nvSpPr>
        <p:spPr>
          <a:xfrm>
            <a:off x="112250" y="3715175"/>
            <a:ext cx="1861500" cy="440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if block / scope</a:t>
            </a:r>
            <a:endParaRPr b="0" i="0" sz="1400" u="none" cap="none" strike="noStrike">
              <a:solidFill>
                <a:srgbClr val="000000"/>
              </a:solidFill>
              <a:latin typeface="Arial"/>
              <a:ea typeface="Arial"/>
              <a:cs typeface="Arial"/>
              <a:sym typeface="Arial"/>
            </a:endParaRPr>
          </a:p>
        </p:txBody>
      </p:sp>
      <p:sp>
        <p:nvSpPr>
          <p:cNvPr id="99" name="Google Shape;99;p4"/>
          <p:cNvSpPr txBox="1"/>
          <p:nvPr/>
        </p:nvSpPr>
        <p:spPr>
          <a:xfrm>
            <a:off x="4243600" y="2459275"/>
            <a:ext cx="4672800" cy="2031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class</a:t>
            </a:r>
            <a:r>
              <a:rPr b="0" i="0" lang="en" sz="1200" u="none" cap="none" strike="noStrike">
                <a:solidFill>
                  <a:srgbClr val="000000"/>
                </a:solidFill>
                <a:latin typeface="Courier New"/>
                <a:ea typeface="Courier New"/>
                <a:cs typeface="Courier New"/>
                <a:sym typeface="Courier New"/>
              </a:rPr>
              <a:t> Branching{</a:t>
            </a:r>
            <a:endParaRPr b="0" i="0" sz="1200" u="none" cap="none" strike="noStrike">
              <a:solidFill>
                <a:schemeClr val="dk1"/>
              </a:solidFill>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   public</a:t>
            </a:r>
            <a:r>
              <a:rPr b="0" i="0" lang="en" sz="1200" u="none" cap="none" strike="noStrike">
                <a:solidFill>
                  <a:srgbClr val="000000"/>
                </a:solidFill>
                <a:latin typeface="Courier New"/>
                <a:ea typeface="Courier New"/>
                <a:cs typeface="Courier New"/>
                <a:sym typeface="Courier New"/>
              </a:rPr>
              <a:t> </a:t>
            </a:r>
            <a:r>
              <a:rPr b="0" i="0" lang="en" sz="1200" u="none" cap="none" strike="noStrike">
                <a:solidFill>
                  <a:srgbClr val="0000FF"/>
                </a:solidFill>
                <a:latin typeface="Courier New"/>
                <a:ea typeface="Courier New"/>
                <a:cs typeface="Courier New"/>
                <a:sym typeface="Courier New"/>
              </a:rPr>
              <a:t>static</a:t>
            </a:r>
            <a:r>
              <a:rPr b="0" i="0" lang="en" sz="1200" u="none" cap="none" strike="noStrike">
                <a:solidFill>
                  <a:srgbClr val="000000"/>
                </a:solidFill>
                <a:latin typeface="Courier New"/>
                <a:ea typeface="Courier New"/>
                <a:cs typeface="Courier New"/>
                <a:sym typeface="Courier New"/>
              </a:rPr>
              <a:t> void main (String[] args)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FF"/>
                </a:solidFill>
                <a:highlight>
                  <a:schemeClr val="lt2"/>
                </a:highlight>
                <a:latin typeface="Courier New"/>
                <a:ea typeface="Courier New"/>
                <a:cs typeface="Courier New"/>
                <a:sym typeface="Courier New"/>
              </a:rPr>
              <a:t>if</a:t>
            </a:r>
            <a:r>
              <a:rPr b="0" i="0" lang="en" sz="1200" u="none" cap="none" strike="noStrike">
                <a:solidFill>
                  <a:srgbClr val="000000"/>
                </a:solidFill>
                <a:highlight>
                  <a:schemeClr val="lt2"/>
                </a:highlight>
                <a:latin typeface="Courier New"/>
                <a:ea typeface="Courier New"/>
                <a:cs typeface="Courier New"/>
                <a:sym typeface="Courier New"/>
              </a:rPr>
              <a:t> (condition)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00"/>
                </a:solidFill>
                <a:highlight>
                  <a:srgbClr val="FFFF00"/>
                </a:highlight>
                <a:latin typeface="Courier New"/>
                <a:ea typeface="Courier New"/>
                <a:cs typeface="Courier New"/>
                <a:sym typeface="Courier New"/>
              </a:rPr>
              <a:t>if condition block</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   </a:t>
            </a:r>
            <a:r>
              <a:rPr b="0" i="0" lang="en" sz="1200" u="none" cap="none" strike="noStrike">
                <a:solidFill>
                  <a:srgbClr val="000000"/>
                </a:solidFill>
                <a:latin typeface="Courier New"/>
                <a:ea typeface="Courier New"/>
                <a:cs typeface="Courier New"/>
                <a:sym typeface="Courier New"/>
              </a:rPr>
              <a:t>}</a:t>
            </a:r>
            <a:endParaRPr b="0" i="0" sz="1200" u="none" cap="none" strike="noStrike">
              <a:solidFill>
                <a:srgbClr val="000000"/>
              </a:solidFill>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latin typeface="Courier New"/>
                <a:ea typeface="Courier New"/>
                <a:cs typeface="Courier New"/>
                <a:sym typeface="Courier New"/>
              </a:rPr>
              <a:t>}</a:t>
            </a:r>
            <a:endParaRPr b="0" i="0" sz="1200" u="none" cap="none" strike="noStrike">
              <a:solidFill>
                <a:srgbClr val="000000"/>
              </a:solidFill>
              <a:latin typeface="Courier New"/>
              <a:ea typeface="Courier New"/>
              <a:cs typeface="Courier New"/>
              <a:sym typeface="Courier New"/>
            </a:endParaRPr>
          </a:p>
        </p:txBody>
      </p:sp>
      <p:cxnSp>
        <p:nvCxnSpPr>
          <p:cNvPr id="100" name="Google Shape;100;p4"/>
          <p:cNvCxnSpPr>
            <a:stCxn id="95" idx="2"/>
            <a:endCxn id="97" idx="0"/>
          </p:cNvCxnSpPr>
          <p:nvPr/>
        </p:nvCxnSpPr>
        <p:spPr>
          <a:xfrm>
            <a:off x="2361248" y="2493255"/>
            <a:ext cx="0" cy="209700"/>
          </a:xfrm>
          <a:prstGeom prst="straightConnector1">
            <a:avLst/>
          </a:prstGeom>
          <a:noFill/>
          <a:ln cap="flat" cmpd="sng" w="9525">
            <a:solidFill>
              <a:schemeClr val="dk2"/>
            </a:solidFill>
            <a:prstDash val="solid"/>
            <a:round/>
            <a:headEnd len="sm" w="sm" type="none"/>
            <a:tailEnd len="med" w="med" type="triangle"/>
          </a:ln>
        </p:spPr>
      </p:cxnSp>
      <p:cxnSp>
        <p:nvCxnSpPr>
          <p:cNvPr id="101" name="Google Shape;101;p4"/>
          <p:cNvCxnSpPr>
            <a:stCxn id="97" idx="1"/>
          </p:cNvCxnSpPr>
          <p:nvPr/>
        </p:nvCxnSpPr>
        <p:spPr>
          <a:xfrm flipH="1">
            <a:off x="941200" y="3209075"/>
            <a:ext cx="462300" cy="498000"/>
          </a:xfrm>
          <a:prstGeom prst="bentConnector2">
            <a:avLst/>
          </a:prstGeom>
          <a:noFill/>
          <a:ln cap="flat" cmpd="sng" w="9525">
            <a:solidFill>
              <a:schemeClr val="dk2"/>
            </a:solidFill>
            <a:prstDash val="solid"/>
            <a:round/>
            <a:headEnd len="sm" w="sm" type="none"/>
            <a:tailEnd len="med" w="med" type="triangle"/>
          </a:ln>
        </p:spPr>
      </p:cxnSp>
      <p:cxnSp>
        <p:nvCxnSpPr>
          <p:cNvPr id="102" name="Google Shape;102;p4"/>
          <p:cNvCxnSpPr>
            <a:endCxn id="96" idx="1"/>
          </p:cNvCxnSpPr>
          <p:nvPr/>
        </p:nvCxnSpPr>
        <p:spPr>
          <a:xfrm>
            <a:off x="979550" y="4155877"/>
            <a:ext cx="804300" cy="556200"/>
          </a:xfrm>
          <a:prstGeom prst="bentConnector3">
            <a:avLst>
              <a:gd fmla="val 1386" name="adj1"/>
            </a:avLst>
          </a:prstGeom>
          <a:noFill/>
          <a:ln cap="flat" cmpd="sng" w="9525">
            <a:solidFill>
              <a:schemeClr val="dk2"/>
            </a:solidFill>
            <a:prstDash val="solid"/>
            <a:round/>
            <a:headEnd len="sm" w="sm" type="none"/>
            <a:tailEnd len="med" w="med" type="triangle"/>
          </a:ln>
        </p:spPr>
      </p:cxnSp>
      <p:cxnSp>
        <p:nvCxnSpPr>
          <p:cNvPr id="103" name="Google Shape;103;p4"/>
          <p:cNvCxnSpPr>
            <a:stCxn id="97" idx="3"/>
            <a:endCxn id="96" idx="3"/>
          </p:cNvCxnSpPr>
          <p:nvPr/>
        </p:nvCxnSpPr>
        <p:spPr>
          <a:xfrm flipH="1">
            <a:off x="2731600" y="3209075"/>
            <a:ext cx="587400" cy="1503000"/>
          </a:xfrm>
          <a:prstGeom prst="bentConnector3">
            <a:avLst>
              <a:gd fmla="val -49179" name="adj1"/>
            </a:avLst>
          </a:prstGeom>
          <a:noFill/>
          <a:ln cap="flat" cmpd="sng" w="9525">
            <a:solidFill>
              <a:schemeClr val="dk2"/>
            </a:solidFill>
            <a:prstDash val="solid"/>
            <a:round/>
            <a:headEnd len="sm" w="sm" type="none"/>
            <a:tailEnd len="med" w="med" type="triangle"/>
          </a:ln>
        </p:spPr>
      </p:cxnSp>
      <p:sp>
        <p:nvSpPr>
          <p:cNvPr id="104" name="Google Shape;104;p4"/>
          <p:cNvSpPr txBox="1"/>
          <p:nvPr>
            <p:ph idx="1" type="body"/>
          </p:nvPr>
        </p:nvSpPr>
        <p:spPr>
          <a:xfrm>
            <a:off x="311700" y="1152475"/>
            <a:ext cx="8520600" cy="1306800"/>
          </a:xfrm>
          <a:prstGeom prst="rect">
            <a:avLst/>
          </a:prstGeom>
          <a:noFill/>
          <a:ln>
            <a:noFill/>
          </a:ln>
        </p:spPr>
        <p:txBody>
          <a:bodyPr anchorCtr="0" anchor="t" bIns="91425" lIns="91425" spcFirstLastPara="1" rIns="91425" wrap="square" tIns="91425">
            <a:normAutofit lnSpcReduction="10000"/>
          </a:bodyPr>
          <a:lstStyle/>
          <a:p>
            <a:pPr indent="-330200" lvl="0" marL="457200" rtl="0" algn="l">
              <a:lnSpc>
                <a:spcPct val="100000"/>
              </a:lnSpc>
              <a:spcBef>
                <a:spcPts val="0"/>
              </a:spcBef>
              <a:spcAft>
                <a:spcPts val="0"/>
              </a:spcAft>
              <a:buClr>
                <a:schemeClr val="dk1"/>
              </a:buClr>
              <a:buSzPts val="1600"/>
              <a:buChar char="●"/>
            </a:pPr>
            <a:r>
              <a:rPr lang="en" sz="1600">
                <a:solidFill>
                  <a:schemeClr val="dk1"/>
                </a:solidFill>
              </a:rPr>
              <a:t>Unary selection statement</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Will execute block of code only if condition is </a:t>
            </a:r>
            <a:r>
              <a:rPr b="1" lang="en" sz="1600">
                <a:solidFill>
                  <a:schemeClr val="dk1"/>
                </a:solidFill>
              </a:rPr>
              <a:t>True</a:t>
            </a:r>
            <a:r>
              <a:rPr lang="en" sz="1600">
                <a:solidFill>
                  <a:schemeClr val="dk1"/>
                </a:solidFill>
              </a:rPr>
              <a:t>.</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a:p>
            <a:pPr indent="0" lvl="0" marL="0" rtl="0" algn="l">
              <a:lnSpc>
                <a:spcPct val="115000"/>
              </a:lnSpc>
              <a:spcBef>
                <a:spcPts val="1200"/>
              </a:spcBef>
              <a:spcAft>
                <a:spcPts val="1200"/>
              </a:spcAft>
              <a:buSzPts val="1800"/>
              <a:buNone/>
            </a:pPr>
            <a:r>
              <a:t/>
            </a:r>
            <a:endParaRPr sz="1600">
              <a:solidFill>
                <a:schemeClr val="dk1"/>
              </a:solidFill>
            </a:endParaRPr>
          </a:p>
        </p:txBody>
      </p:sp>
      <p:sp>
        <p:nvSpPr>
          <p:cNvPr id="105" name="Google Shape;105;p4"/>
          <p:cNvSpPr txBox="1"/>
          <p:nvPr/>
        </p:nvSpPr>
        <p:spPr>
          <a:xfrm>
            <a:off x="818275" y="2916200"/>
            <a:ext cx="842100" cy="18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rgbClr val="000000"/>
                </a:solidFill>
                <a:latin typeface="Arial"/>
                <a:ea typeface="Arial"/>
                <a:cs typeface="Arial"/>
                <a:sym typeface="Arial"/>
              </a:rPr>
              <a:t>TRUE</a:t>
            </a:r>
            <a:endParaRPr b="1" i="0" sz="13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5"/>
          <p:cNvSpPr txBox="1"/>
          <p:nvPr>
            <p:ph type="title"/>
          </p:nvPr>
        </p:nvSpPr>
        <p:spPr>
          <a:xfrm>
            <a:off x="311700" y="36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Selection Statement (Contd)</a:t>
            </a:r>
            <a:endParaRPr/>
          </a:p>
        </p:txBody>
      </p:sp>
      <p:sp>
        <p:nvSpPr>
          <p:cNvPr id="111" name="Google Shape;111;p5"/>
          <p:cNvSpPr/>
          <p:nvPr/>
        </p:nvSpPr>
        <p:spPr>
          <a:xfrm>
            <a:off x="1713775" y="1585175"/>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START</a:t>
            </a:r>
            <a:endParaRPr b="0" i="0" sz="1200" u="none" cap="none" strike="noStrike">
              <a:solidFill>
                <a:srgbClr val="000000"/>
              </a:solidFill>
              <a:latin typeface="Arial"/>
              <a:ea typeface="Arial"/>
              <a:cs typeface="Arial"/>
              <a:sym typeface="Arial"/>
            </a:endParaRPr>
          </a:p>
        </p:txBody>
      </p:sp>
      <p:sp>
        <p:nvSpPr>
          <p:cNvPr id="112" name="Google Shape;112;p5"/>
          <p:cNvSpPr/>
          <p:nvPr/>
        </p:nvSpPr>
        <p:spPr>
          <a:xfrm>
            <a:off x="1750825" y="4775900"/>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p:txBody>
      </p:sp>
      <p:sp>
        <p:nvSpPr>
          <p:cNvPr id="113" name="Google Shape;113;p5"/>
          <p:cNvSpPr/>
          <p:nvPr/>
        </p:nvSpPr>
        <p:spPr>
          <a:xfrm>
            <a:off x="1172350" y="2081100"/>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Prompt “Enter a number”</a:t>
            </a:r>
            <a:endParaRPr b="0" i="0" sz="1200" u="none" cap="none" strike="noStrike">
              <a:solidFill>
                <a:srgbClr val="000000"/>
              </a:solidFill>
              <a:latin typeface="Arial"/>
              <a:ea typeface="Arial"/>
              <a:cs typeface="Arial"/>
              <a:sym typeface="Arial"/>
            </a:endParaRPr>
          </a:p>
        </p:txBody>
      </p:sp>
      <p:sp>
        <p:nvSpPr>
          <p:cNvPr id="114" name="Google Shape;114;p5"/>
          <p:cNvSpPr/>
          <p:nvPr/>
        </p:nvSpPr>
        <p:spPr>
          <a:xfrm>
            <a:off x="1224250" y="2617825"/>
            <a:ext cx="1908000" cy="255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Read num</a:t>
            </a:r>
            <a:endParaRPr b="0" i="0" sz="1200" u="none" cap="none" strike="noStrike">
              <a:solidFill>
                <a:srgbClr val="000000"/>
              </a:solidFill>
              <a:latin typeface="Arial"/>
              <a:ea typeface="Arial"/>
              <a:cs typeface="Arial"/>
              <a:sym typeface="Arial"/>
            </a:endParaRPr>
          </a:p>
        </p:txBody>
      </p:sp>
      <p:sp>
        <p:nvSpPr>
          <p:cNvPr id="115" name="Google Shape;115;p5"/>
          <p:cNvSpPr/>
          <p:nvPr/>
        </p:nvSpPr>
        <p:spPr>
          <a:xfrm>
            <a:off x="1098975" y="3065750"/>
            <a:ext cx="2190000" cy="624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 &lt; 0 </a:t>
            </a:r>
            <a:endParaRPr b="0" i="0" sz="1200" u="none" cap="none" strike="noStrike">
              <a:solidFill>
                <a:srgbClr val="000000"/>
              </a:solidFill>
              <a:latin typeface="Arial"/>
              <a:ea typeface="Arial"/>
              <a:cs typeface="Arial"/>
              <a:sym typeface="Arial"/>
            </a:endParaRPr>
          </a:p>
        </p:txBody>
      </p:sp>
      <p:sp>
        <p:nvSpPr>
          <p:cNvPr id="116" name="Google Shape;116;p5"/>
          <p:cNvSpPr txBox="1"/>
          <p:nvPr/>
        </p:nvSpPr>
        <p:spPr>
          <a:xfrm>
            <a:off x="3952675" y="1684800"/>
            <a:ext cx="5005200" cy="31476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FF"/>
                </a:solidFill>
                <a:latin typeface="Courier New"/>
                <a:ea typeface="Courier New"/>
                <a:cs typeface="Courier New"/>
                <a:sym typeface="Courier New"/>
              </a:rPr>
              <a:t>import </a:t>
            </a:r>
            <a:r>
              <a:rPr b="0" i="0" lang="en" sz="1100" u="none" cap="none" strike="noStrike">
                <a:solidFill>
                  <a:schemeClr val="dk1"/>
                </a:solidFill>
                <a:latin typeface="Courier New"/>
                <a:ea typeface="Courier New"/>
                <a:cs typeface="Courier New"/>
                <a:sym typeface="Courier New"/>
              </a:rPr>
              <a:t>java.util.Scanner;</a:t>
            </a:r>
            <a:endParaRPr b="0" i="0" sz="1100" u="none" cap="none" strike="noStrike">
              <a:solidFill>
                <a:schemeClr val="dk1"/>
              </a:solidFill>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FF"/>
                </a:solidFill>
                <a:latin typeface="Courier New"/>
                <a:ea typeface="Courier New"/>
                <a:cs typeface="Courier New"/>
                <a:sym typeface="Courier New"/>
              </a:rPr>
              <a:t>class</a:t>
            </a:r>
            <a:r>
              <a:rPr b="0" i="0" lang="en" sz="1100" u="none" cap="none" strike="noStrike">
                <a:solidFill>
                  <a:srgbClr val="000000"/>
                </a:solidFill>
                <a:latin typeface="Courier New"/>
                <a:ea typeface="Courier New"/>
                <a:cs typeface="Courier New"/>
                <a:sym typeface="Courier New"/>
              </a:rPr>
              <a:t> NumberCheck{</a:t>
            </a:r>
            <a:endParaRPr b="0" i="0" sz="1100" u="none" cap="none" strike="noStrike">
              <a:solidFill>
                <a:schemeClr val="dk1"/>
              </a:solidFill>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FF"/>
                </a:solidFill>
                <a:latin typeface="Courier New"/>
                <a:ea typeface="Courier New"/>
                <a:cs typeface="Courier New"/>
                <a:sym typeface="Courier New"/>
              </a:rPr>
              <a:t>   public</a:t>
            </a:r>
            <a:r>
              <a:rPr b="0" i="0" lang="en" sz="1100" u="none" cap="none" strike="noStrike">
                <a:solidFill>
                  <a:srgbClr val="000000"/>
                </a:solidFill>
                <a:latin typeface="Courier New"/>
                <a:ea typeface="Courier New"/>
                <a:cs typeface="Courier New"/>
                <a:sym typeface="Courier New"/>
              </a:rPr>
              <a:t> </a:t>
            </a:r>
            <a:r>
              <a:rPr b="0" i="0" lang="en" sz="1100" u="none" cap="none" strike="noStrike">
                <a:solidFill>
                  <a:srgbClr val="0000FF"/>
                </a:solidFill>
                <a:latin typeface="Courier New"/>
                <a:ea typeface="Courier New"/>
                <a:cs typeface="Courier New"/>
                <a:sym typeface="Courier New"/>
              </a:rPr>
              <a:t>static</a:t>
            </a:r>
            <a:r>
              <a:rPr b="0" i="0" lang="en" sz="1100" u="none" cap="none" strike="noStrike">
                <a:solidFill>
                  <a:srgbClr val="000000"/>
                </a:solidFill>
                <a:latin typeface="Courier New"/>
                <a:ea typeface="Courier New"/>
                <a:cs typeface="Courier New"/>
                <a:sym typeface="Courier New"/>
              </a:rPr>
              <a:t> void main (String[] args) {</a:t>
            </a:r>
            <a:endParaRPr b="0" i="0" sz="1100" u="none" cap="none" strike="noStrike">
              <a:solidFill>
                <a:srgbClr val="000000"/>
              </a:solidFill>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latin typeface="Courier New"/>
                <a:ea typeface="Courier New"/>
                <a:cs typeface="Courier New"/>
                <a:sym typeface="Courier New"/>
              </a:rPr>
              <a:t>   </a:t>
            </a:r>
            <a:r>
              <a:rPr b="0" i="0" lang="en" sz="1100" u="none" cap="none" strike="noStrike">
                <a:solidFill>
                  <a:srgbClr val="0000FF"/>
                </a:solidFill>
                <a:latin typeface="Courier New"/>
                <a:ea typeface="Courier New"/>
                <a:cs typeface="Courier New"/>
                <a:sym typeface="Courier New"/>
              </a:rPr>
              <a:t>   </a:t>
            </a:r>
            <a:r>
              <a:rPr b="0" i="0" lang="en" sz="1100" u="none" cap="none" strike="noStrike">
                <a:solidFill>
                  <a:srgbClr val="000000"/>
                </a:solidFill>
                <a:highlight>
                  <a:schemeClr val="lt2"/>
                </a:highlight>
                <a:latin typeface="Courier New"/>
                <a:ea typeface="Courier New"/>
                <a:cs typeface="Courier New"/>
                <a:sym typeface="Courier New"/>
              </a:rPr>
              <a:t>Scanner sc = </a:t>
            </a:r>
            <a:r>
              <a:rPr b="0" i="0" lang="en" sz="1100" u="none" cap="none" strike="noStrike">
                <a:solidFill>
                  <a:srgbClr val="0000FF"/>
                </a:solidFill>
                <a:highlight>
                  <a:schemeClr val="lt2"/>
                </a:highlight>
                <a:latin typeface="Courier New"/>
                <a:ea typeface="Courier New"/>
                <a:cs typeface="Courier New"/>
                <a:sym typeface="Courier New"/>
              </a:rPr>
              <a:t>new </a:t>
            </a:r>
            <a:r>
              <a:rPr b="0" i="0" lang="en" sz="1100" u="none" cap="none" strike="noStrike">
                <a:solidFill>
                  <a:srgbClr val="000000"/>
                </a:solidFill>
                <a:highlight>
                  <a:schemeClr val="lt2"/>
                </a:highlight>
                <a:latin typeface="Courier New"/>
                <a:ea typeface="Courier New"/>
                <a:cs typeface="Courier New"/>
                <a:sym typeface="Courier New"/>
              </a:rPr>
              <a:t>Scanner(System.in);</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System.out.print(</a:t>
            </a:r>
            <a:r>
              <a:rPr b="0" i="0" lang="en" sz="1100" u="none" cap="none" strike="noStrike">
                <a:solidFill>
                  <a:srgbClr val="38761D"/>
                </a:solidFill>
                <a:highlight>
                  <a:schemeClr val="lt2"/>
                </a:highlight>
                <a:latin typeface="Courier New"/>
                <a:ea typeface="Courier New"/>
                <a:cs typeface="Courier New"/>
                <a:sym typeface="Courier New"/>
              </a:rPr>
              <a:t>"Enter a number: "</a:t>
            </a:r>
            <a:r>
              <a:rPr b="0" i="0" lang="en" sz="1100" u="none" cap="none" strike="noStrike">
                <a:solidFill>
                  <a:srgbClr val="000000"/>
                </a:solidFill>
                <a:highlight>
                  <a:schemeClr val="lt2"/>
                </a:highlight>
                <a:latin typeface="Courier New"/>
                <a:ea typeface="Courier New"/>
                <a:cs typeface="Courier New"/>
                <a:sym typeface="Courier New"/>
              </a:rPr>
              <a:t>);</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int num = sc.nextInt();</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a:t>
            </a:r>
            <a:r>
              <a:rPr b="0" i="0" lang="en" sz="1100" u="none" cap="none" strike="noStrike">
                <a:solidFill>
                  <a:srgbClr val="0000FF"/>
                </a:solidFill>
                <a:highlight>
                  <a:schemeClr val="lt2"/>
                </a:highlight>
                <a:latin typeface="Courier New"/>
                <a:ea typeface="Courier New"/>
                <a:cs typeface="Courier New"/>
                <a:sym typeface="Courier New"/>
              </a:rPr>
              <a:t>if</a:t>
            </a:r>
            <a:r>
              <a:rPr b="0" i="0" lang="en" sz="1100" u="none" cap="none" strike="noStrike">
                <a:solidFill>
                  <a:srgbClr val="000000"/>
                </a:solidFill>
                <a:highlight>
                  <a:schemeClr val="lt2"/>
                </a:highlight>
                <a:latin typeface="Courier New"/>
                <a:ea typeface="Courier New"/>
                <a:cs typeface="Courier New"/>
                <a:sym typeface="Courier New"/>
              </a:rPr>
              <a:t> (num &lt; 0) {</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System.out.println(</a:t>
            </a:r>
            <a:r>
              <a:rPr b="0" i="0" lang="en" sz="1100" u="none" cap="none" strike="noStrike">
                <a:solidFill>
                  <a:srgbClr val="38761D"/>
                </a:solidFill>
                <a:highlight>
                  <a:schemeClr val="lt2"/>
                </a:highlight>
                <a:latin typeface="Courier New"/>
                <a:ea typeface="Courier New"/>
                <a:cs typeface="Courier New"/>
                <a:sym typeface="Courier New"/>
              </a:rPr>
              <a:t>"Negative"</a:t>
            </a:r>
            <a:r>
              <a:rPr b="0" i="0" lang="en" sz="1100" u="none" cap="none" strike="noStrike">
                <a:solidFill>
                  <a:srgbClr val="000000"/>
                </a:solidFill>
                <a:highlight>
                  <a:schemeClr val="lt2"/>
                </a:highlight>
                <a:latin typeface="Courier New"/>
                <a:ea typeface="Courier New"/>
                <a:cs typeface="Courier New"/>
                <a:sym typeface="Courier New"/>
              </a:rPr>
              <a:t>);</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highlight>
                  <a:schemeClr val="lt2"/>
                </a:highlight>
                <a:latin typeface="Courier New"/>
                <a:ea typeface="Courier New"/>
                <a:cs typeface="Courier New"/>
                <a:sym typeface="Courier New"/>
              </a:rPr>
              <a:t>      sc.close();</a:t>
            </a:r>
            <a:endParaRPr b="0" i="0" sz="1100" u="none" cap="none" strike="noStrike">
              <a:solidFill>
                <a:srgbClr val="000000"/>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FF"/>
                </a:solidFill>
                <a:latin typeface="Courier New"/>
                <a:ea typeface="Courier New"/>
                <a:cs typeface="Courier New"/>
                <a:sym typeface="Courier New"/>
              </a:rPr>
              <a:t>   </a:t>
            </a:r>
            <a:r>
              <a:rPr b="0" i="0" lang="en" sz="1100" u="none" cap="none" strike="noStrike">
                <a:solidFill>
                  <a:srgbClr val="000000"/>
                </a:solidFill>
                <a:latin typeface="Courier New"/>
                <a:ea typeface="Courier New"/>
                <a:cs typeface="Courier New"/>
                <a:sym typeface="Courier New"/>
              </a:rPr>
              <a:t>}</a:t>
            </a:r>
            <a:endParaRPr b="0" i="0" sz="1100" u="none" cap="none" strike="noStrike">
              <a:solidFill>
                <a:srgbClr val="000000"/>
              </a:solidFill>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rgbClr val="000000"/>
                </a:solidFill>
                <a:latin typeface="Courier New"/>
                <a:ea typeface="Courier New"/>
                <a:cs typeface="Courier New"/>
                <a:sym typeface="Courier New"/>
              </a:rPr>
              <a:t>}</a:t>
            </a:r>
            <a:endParaRPr b="0" i="0" sz="1100" u="none" cap="none" strike="noStrike">
              <a:solidFill>
                <a:srgbClr val="000000"/>
              </a:solidFill>
              <a:latin typeface="Courier New"/>
              <a:ea typeface="Courier New"/>
              <a:cs typeface="Courier New"/>
              <a:sym typeface="Courier New"/>
            </a:endParaRPr>
          </a:p>
        </p:txBody>
      </p:sp>
      <p:sp>
        <p:nvSpPr>
          <p:cNvPr id="117" name="Google Shape;117;p5"/>
          <p:cNvSpPr/>
          <p:nvPr/>
        </p:nvSpPr>
        <p:spPr>
          <a:xfrm>
            <a:off x="311700" y="3868475"/>
            <a:ext cx="18021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“Negative”</a:t>
            </a:r>
            <a:endParaRPr b="0" i="0" sz="1200" u="none" cap="none" strike="noStrike">
              <a:solidFill>
                <a:srgbClr val="000000"/>
              </a:solidFill>
              <a:latin typeface="Arial"/>
              <a:ea typeface="Arial"/>
              <a:cs typeface="Arial"/>
              <a:sym typeface="Arial"/>
            </a:endParaRPr>
          </a:p>
        </p:txBody>
      </p:sp>
      <p:sp>
        <p:nvSpPr>
          <p:cNvPr id="118" name="Google Shape;118;p5"/>
          <p:cNvSpPr/>
          <p:nvPr/>
        </p:nvSpPr>
        <p:spPr>
          <a:xfrm>
            <a:off x="2006488" y="4310800"/>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9" name="Google Shape;119;p5"/>
          <p:cNvCxnSpPr>
            <a:endCxn id="113" idx="0"/>
          </p:cNvCxnSpPr>
          <p:nvPr/>
        </p:nvCxnSpPr>
        <p:spPr>
          <a:xfrm>
            <a:off x="2178250" y="1870500"/>
            <a:ext cx="0" cy="210600"/>
          </a:xfrm>
          <a:prstGeom prst="straightConnector1">
            <a:avLst/>
          </a:prstGeom>
          <a:noFill/>
          <a:ln cap="flat" cmpd="sng" w="9525">
            <a:solidFill>
              <a:schemeClr val="dk2"/>
            </a:solidFill>
            <a:prstDash val="solid"/>
            <a:round/>
            <a:headEnd len="sm" w="sm" type="none"/>
            <a:tailEnd len="med" w="med" type="triangle"/>
          </a:ln>
        </p:spPr>
      </p:cxnSp>
      <p:cxnSp>
        <p:nvCxnSpPr>
          <p:cNvPr id="120" name="Google Shape;120;p5"/>
          <p:cNvCxnSpPr>
            <a:stCxn id="113" idx="4"/>
            <a:endCxn id="114" idx="0"/>
          </p:cNvCxnSpPr>
          <p:nvPr/>
        </p:nvCxnSpPr>
        <p:spPr>
          <a:xfrm>
            <a:off x="2178250" y="2424900"/>
            <a:ext cx="0" cy="192900"/>
          </a:xfrm>
          <a:prstGeom prst="straightConnector1">
            <a:avLst/>
          </a:prstGeom>
          <a:noFill/>
          <a:ln cap="flat" cmpd="sng" w="9525">
            <a:solidFill>
              <a:schemeClr val="dk2"/>
            </a:solidFill>
            <a:prstDash val="solid"/>
            <a:round/>
            <a:headEnd len="sm" w="sm" type="none"/>
            <a:tailEnd len="med" w="med" type="triangle"/>
          </a:ln>
        </p:spPr>
      </p:cxnSp>
      <p:cxnSp>
        <p:nvCxnSpPr>
          <p:cNvPr id="121" name="Google Shape;121;p5"/>
          <p:cNvCxnSpPr>
            <a:stCxn id="115" idx="1"/>
          </p:cNvCxnSpPr>
          <p:nvPr/>
        </p:nvCxnSpPr>
        <p:spPr>
          <a:xfrm flipH="1">
            <a:off x="851175" y="3378200"/>
            <a:ext cx="247800" cy="487500"/>
          </a:xfrm>
          <a:prstGeom prst="bentConnector2">
            <a:avLst/>
          </a:prstGeom>
          <a:noFill/>
          <a:ln cap="flat" cmpd="sng" w="9525">
            <a:solidFill>
              <a:schemeClr val="dk2"/>
            </a:solidFill>
            <a:prstDash val="solid"/>
            <a:round/>
            <a:headEnd len="sm" w="sm" type="none"/>
            <a:tailEnd len="med" w="med" type="stealth"/>
          </a:ln>
        </p:spPr>
      </p:cxnSp>
      <p:cxnSp>
        <p:nvCxnSpPr>
          <p:cNvPr id="122" name="Google Shape;122;p5"/>
          <p:cNvCxnSpPr>
            <a:stCxn id="117" idx="3"/>
            <a:endCxn id="118" idx="2"/>
          </p:cNvCxnSpPr>
          <p:nvPr/>
        </p:nvCxnSpPr>
        <p:spPr>
          <a:xfrm flipH="1" rot="-5400000">
            <a:off x="1484925" y="3941225"/>
            <a:ext cx="200100" cy="843000"/>
          </a:xfrm>
          <a:prstGeom prst="bentConnector2">
            <a:avLst/>
          </a:prstGeom>
          <a:noFill/>
          <a:ln cap="flat" cmpd="sng" w="9525">
            <a:solidFill>
              <a:schemeClr val="dk2"/>
            </a:solidFill>
            <a:prstDash val="solid"/>
            <a:round/>
            <a:headEnd len="sm" w="sm" type="none"/>
            <a:tailEnd len="med" w="med" type="stealth"/>
          </a:ln>
        </p:spPr>
      </p:cxnSp>
      <p:cxnSp>
        <p:nvCxnSpPr>
          <p:cNvPr id="123" name="Google Shape;123;p5"/>
          <p:cNvCxnSpPr>
            <a:stCxn id="115" idx="3"/>
            <a:endCxn id="118" idx="6"/>
          </p:cNvCxnSpPr>
          <p:nvPr/>
        </p:nvCxnSpPr>
        <p:spPr>
          <a:xfrm flipH="1">
            <a:off x="2333475" y="3378200"/>
            <a:ext cx="955500" cy="1084800"/>
          </a:xfrm>
          <a:prstGeom prst="bentConnector3">
            <a:avLst>
              <a:gd fmla="val -24922" name="adj1"/>
            </a:avLst>
          </a:prstGeom>
          <a:noFill/>
          <a:ln cap="flat" cmpd="sng" w="9525">
            <a:solidFill>
              <a:schemeClr val="dk2"/>
            </a:solidFill>
            <a:prstDash val="solid"/>
            <a:round/>
            <a:headEnd len="sm" w="sm" type="none"/>
            <a:tailEnd len="med" w="med" type="stealth"/>
          </a:ln>
        </p:spPr>
      </p:cxnSp>
      <p:cxnSp>
        <p:nvCxnSpPr>
          <p:cNvPr id="124" name="Google Shape;124;p5"/>
          <p:cNvCxnSpPr>
            <a:stCxn id="118" idx="4"/>
            <a:endCxn id="112" idx="0"/>
          </p:cNvCxnSpPr>
          <p:nvPr/>
        </p:nvCxnSpPr>
        <p:spPr>
          <a:xfrm flipH="1" rot="-5400000">
            <a:off x="2089888" y="4695100"/>
            <a:ext cx="160800" cy="600"/>
          </a:xfrm>
          <a:prstGeom prst="bentConnector3">
            <a:avLst>
              <a:gd fmla="val 50031" name="adj1"/>
            </a:avLst>
          </a:prstGeom>
          <a:noFill/>
          <a:ln cap="flat" cmpd="sng" w="9525">
            <a:solidFill>
              <a:schemeClr val="dk2"/>
            </a:solidFill>
            <a:prstDash val="solid"/>
            <a:round/>
            <a:headEnd len="sm" w="sm" type="none"/>
            <a:tailEnd len="med" w="med" type="stealth"/>
          </a:ln>
        </p:spPr>
      </p:cxnSp>
      <p:cxnSp>
        <p:nvCxnSpPr>
          <p:cNvPr id="125" name="Google Shape;125;p5"/>
          <p:cNvCxnSpPr>
            <a:stCxn id="114" idx="4"/>
            <a:endCxn id="115" idx="0"/>
          </p:cNvCxnSpPr>
          <p:nvPr/>
        </p:nvCxnSpPr>
        <p:spPr>
          <a:xfrm>
            <a:off x="2178250" y="2872825"/>
            <a:ext cx="15600" cy="192900"/>
          </a:xfrm>
          <a:prstGeom prst="straightConnector1">
            <a:avLst/>
          </a:prstGeom>
          <a:noFill/>
          <a:ln cap="flat" cmpd="sng" w="9525">
            <a:solidFill>
              <a:schemeClr val="dk2"/>
            </a:solidFill>
            <a:prstDash val="solid"/>
            <a:round/>
            <a:headEnd len="sm" w="sm" type="none"/>
            <a:tailEnd len="med" w="med" type="triangle"/>
          </a:ln>
        </p:spPr>
      </p:cxnSp>
      <p:sp>
        <p:nvSpPr>
          <p:cNvPr id="126" name="Google Shape;126;p5"/>
          <p:cNvSpPr txBox="1"/>
          <p:nvPr>
            <p:ph idx="1" type="body"/>
          </p:nvPr>
        </p:nvSpPr>
        <p:spPr>
          <a:xfrm>
            <a:off x="311700" y="768375"/>
            <a:ext cx="8646300" cy="744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800"/>
              <a:buNone/>
            </a:pPr>
            <a:r>
              <a:rPr lang="en" sz="1600">
                <a:solidFill>
                  <a:schemeClr val="dk1"/>
                </a:solidFill>
              </a:rPr>
              <a:t>Based on the number input, print whether the number is negative.</a:t>
            </a:r>
            <a:endParaRPr sz="1600"/>
          </a:p>
        </p:txBody>
      </p:sp>
      <p:sp>
        <p:nvSpPr>
          <p:cNvPr id="127" name="Google Shape;127;p5"/>
          <p:cNvSpPr/>
          <p:nvPr/>
        </p:nvSpPr>
        <p:spPr>
          <a:xfrm>
            <a:off x="3671675" y="1763850"/>
            <a:ext cx="233400" cy="6921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
          <p:cNvSpPr/>
          <p:nvPr/>
        </p:nvSpPr>
        <p:spPr>
          <a:xfrm>
            <a:off x="3671675" y="2503000"/>
            <a:ext cx="233400" cy="4629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
          <p:cNvSpPr/>
          <p:nvPr/>
        </p:nvSpPr>
        <p:spPr>
          <a:xfrm>
            <a:off x="2713075" y="1715150"/>
            <a:ext cx="922950" cy="394175"/>
          </a:xfrm>
          <a:custGeom>
            <a:rect b="b" l="l" r="r" t="t"/>
            <a:pathLst>
              <a:path extrusionOk="0" h="15767" w="36918">
                <a:moveTo>
                  <a:pt x="36918" y="15767"/>
                </a:moveTo>
                <a:cubicBezTo>
                  <a:pt x="34867" y="13780"/>
                  <a:pt x="30765" y="6473"/>
                  <a:pt x="24612" y="3845"/>
                </a:cubicBezTo>
                <a:cubicBezTo>
                  <a:pt x="18459" y="1217"/>
                  <a:pt x="4102" y="641"/>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3232225" y="2311200"/>
            <a:ext cx="432650" cy="374950"/>
          </a:xfrm>
          <a:custGeom>
            <a:rect b="b" l="l" r="r" t="t"/>
            <a:pathLst>
              <a:path extrusionOk="0" h="14998" w="17306">
                <a:moveTo>
                  <a:pt x="17306" y="14998"/>
                </a:moveTo>
                <a:cubicBezTo>
                  <a:pt x="16088" y="13396"/>
                  <a:pt x="12883" y="7884"/>
                  <a:pt x="9999" y="5384"/>
                </a:cubicBezTo>
                <a:cubicBezTo>
                  <a:pt x="7115" y="2884"/>
                  <a:pt x="1667" y="897"/>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3184175" y="2782300"/>
            <a:ext cx="740275" cy="365325"/>
          </a:xfrm>
          <a:custGeom>
            <a:rect b="b" l="l" r="r" t="t"/>
            <a:pathLst>
              <a:path extrusionOk="0" h="14613" w="29611">
                <a:moveTo>
                  <a:pt x="29611" y="14613"/>
                </a:moveTo>
                <a:cubicBezTo>
                  <a:pt x="26663" y="12818"/>
                  <a:pt x="16856" y="6281"/>
                  <a:pt x="11921" y="3845"/>
                </a:cubicBezTo>
                <a:cubicBezTo>
                  <a:pt x="6986" y="1410"/>
                  <a:pt x="1987" y="641"/>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2636175" y="3195700"/>
            <a:ext cx="1269050" cy="192275"/>
          </a:xfrm>
          <a:custGeom>
            <a:rect b="b" l="l" r="r" t="t"/>
            <a:pathLst>
              <a:path extrusionOk="0" h="7691" w="50762">
                <a:moveTo>
                  <a:pt x="50762" y="7691"/>
                </a:moveTo>
                <a:cubicBezTo>
                  <a:pt x="47109" y="6602"/>
                  <a:pt x="37302" y="2436"/>
                  <a:pt x="28842" y="1154"/>
                </a:cubicBezTo>
                <a:cubicBezTo>
                  <a:pt x="20382" y="-128"/>
                  <a:pt x="4807" y="192"/>
                  <a:pt x="0" y="0"/>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2136225" y="3628325"/>
            <a:ext cx="1788225" cy="471100"/>
          </a:xfrm>
          <a:custGeom>
            <a:rect b="b" l="l" r="r" t="t"/>
            <a:pathLst>
              <a:path extrusionOk="0" h="18844" w="71529">
                <a:moveTo>
                  <a:pt x="71529" y="0"/>
                </a:moveTo>
                <a:cubicBezTo>
                  <a:pt x="64799" y="1282"/>
                  <a:pt x="43072" y="4550"/>
                  <a:pt x="31150" y="7691"/>
                </a:cubicBezTo>
                <a:cubicBezTo>
                  <a:pt x="19229" y="10832"/>
                  <a:pt x="5192" y="16985"/>
                  <a:pt x="0" y="18844"/>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2568875" y="4147500"/>
            <a:ext cx="1326725" cy="624900"/>
          </a:xfrm>
          <a:custGeom>
            <a:rect b="b" l="l" r="r" t="t"/>
            <a:pathLst>
              <a:path extrusionOk="0" h="24996" w="53069">
                <a:moveTo>
                  <a:pt x="53069" y="0"/>
                </a:moveTo>
                <a:cubicBezTo>
                  <a:pt x="48583" y="1282"/>
                  <a:pt x="34995" y="3525"/>
                  <a:pt x="26150" y="7691"/>
                </a:cubicBezTo>
                <a:cubicBezTo>
                  <a:pt x="17305" y="11857"/>
                  <a:pt x="4358" y="22112"/>
                  <a:pt x="0" y="24996"/>
                </a:cubicBezTo>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nvSpPr>
        <p:spPr>
          <a:xfrm>
            <a:off x="349125" y="3387975"/>
            <a:ext cx="638700" cy="255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TRUE</a:t>
            </a:r>
            <a:endParaRPr b="1" i="0" sz="11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idx="1" type="body"/>
          </p:nvPr>
        </p:nvSpPr>
        <p:spPr>
          <a:xfrm>
            <a:off x="311700" y="1152475"/>
            <a:ext cx="5484000" cy="3416400"/>
          </a:xfrm>
          <a:prstGeom prst="rect">
            <a:avLst/>
          </a:prstGeom>
          <a:noFill/>
          <a:ln>
            <a:noFill/>
          </a:ln>
        </p:spPr>
        <p:txBody>
          <a:bodyPr anchorCtr="0" anchor="t" bIns="91425" lIns="91425" spcFirstLastPara="1" rIns="91425" wrap="square" tIns="91425">
            <a:normAutofit lnSpcReduction="20000"/>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Used to evaluate expressions and return a boolean value (true or false).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rgbClr val="0028FF"/>
                </a:solidFill>
              </a:rPr>
              <a:t>Conditional operators in Java</a:t>
            </a:r>
            <a:r>
              <a:rPr lang="en" sz="1600">
                <a:solidFill>
                  <a:schemeClr val="dk1"/>
                </a:solidFill>
              </a:rPr>
              <a:t>:                          Equality Operator (==), Inequality Operator (!=), Comparison Operators (&lt;, &gt;, &lt;=, &gt;=), Logical Operators: NOT (!), AND (&amp;&amp;), OR (||).</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Essential for creating effective branching logic.</a:t>
            </a:r>
            <a:endParaRPr sz="1600">
              <a:solidFill>
                <a:schemeClr val="dk1"/>
              </a:solidFill>
            </a:endParaRPr>
          </a:p>
          <a:p>
            <a:pPr indent="0" lvl="0" marL="0" rtl="0" algn="l">
              <a:lnSpc>
                <a:spcPct val="115000"/>
              </a:lnSpc>
              <a:spcBef>
                <a:spcPts val="1200"/>
              </a:spcBef>
              <a:spcAft>
                <a:spcPts val="1200"/>
              </a:spcAft>
              <a:buSzPts val="1800"/>
              <a:buNone/>
            </a:pPr>
            <a:r>
              <a:rPr lang="en" sz="1600">
                <a:solidFill>
                  <a:srgbClr val="0028FF"/>
                </a:solidFill>
              </a:rPr>
              <a:t>Example</a:t>
            </a:r>
            <a:r>
              <a:rPr lang="en" sz="1600">
                <a:solidFill>
                  <a:schemeClr val="dk1"/>
                </a:solidFill>
              </a:rPr>
              <a:t>: Checking if a number is equal or less than 2 to execute if condition block, otherwise executes else condition block.</a:t>
            </a:r>
            <a:endParaRPr sz="1600">
              <a:solidFill>
                <a:schemeClr val="dk1"/>
              </a:solidFill>
            </a:endParaRPr>
          </a:p>
        </p:txBody>
      </p:sp>
      <p:sp>
        <p:nvSpPr>
          <p:cNvPr id="141" name="Google Shape;14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Checking Conditions using Operators</a:t>
            </a:r>
            <a:endParaRPr/>
          </a:p>
        </p:txBody>
      </p:sp>
      <p:sp>
        <p:nvSpPr>
          <p:cNvPr id="142" name="Google Shape;142;p6"/>
          <p:cNvSpPr txBox="1"/>
          <p:nvPr/>
        </p:nvSpPr>
        <p:spPr>
          <a:xfrm>
            <a:off x="5924150" y="1237200"/>
            <a:ext cx="3085200" cy="25167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100"/>
              <a:buFont typeface="Arial"/>
              <a:buNone/>
            </a:pPr>
            <a:r>
              <a:rPr b="0" i="0" lang="en" sz="1100" u="none" cap="none" strike="noStrike">
                <a:solidFill>
                  <a:schemeClr val="dk1"/>
                </a:solidFill>
                <a:highlight>
                  <a:schemeClr val="lt2"/>
                </a:highlight>
                <a:latin typeface="Courier New"/>
                <a:ea typeface="Courier New"/>
                <a:cs typeface="Courier New"/>
                <a:sym typeface="Courier New"/>
              </a:rPr>
              <a:t>Scanner sc = </a:t>
            </a:r>
            <a:r>
              <a:rPr b="0" i="0" lang="en" sz="1100" u="none" cap="none" strike="noStrike">
                <a:solidFill>
                  <a:srgbClr val="0000FF"/>
                </a:solidFill>
                <a:highlight>
                  <a:schemeClr val="lt2"/>
                </a:highlight>
                <a:latin typeface="Courier New"/>
                <a:ea typeface="Courier New"/>
                <a:cs typeface="Courier New"/>
                <a:sym typeface="Courier New"/>
              </a:rPr>
              <a:t>new </a:t>
            </a:r>
            <a:r>
              <a:rPr b="0" i="0" lang="en" sz="1100" u="none" cap="none" strike="noStrike">
                <a:solidFill>
                  <a:schemeClr val="dk1"/>
                </a:solidFill>
                <a:highlight>
                  <a:schemeClr val="lt2"/>
                </a:highlight>
                <a:latin typeface="Courier New"/>
                <a:ea typeface="Courier New"/>
                <a:cs typeface="Courier New"/>
                <a:sym typeface="Courier New"/>
              </a:rPr>
              <a:t>Scanner(System.in);</a:t>
            </a:r>
            <a:endParaRPr b="0" i="0" sz="1100" u="none" cap="none" strike="noStrike">
              <a:solidFill>
                <a:schemeClr val="dk1"/>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100"/>
              <a:buFont typeface="Arial"/>
              <a:buNone/>
            </a:pPr>
            <a:r>
              <a:rPr b="0" i="0" lang="en" sz="1100" u="none" cap="none" strike="noStrike">
                <a:solidFill>
                  <a:schemeClr val="dk1"/>
                </a:solidFill>
                <a:highlight>
                  <a:schemeClr val="lt2"/>
                </a:highlight>
                <a:latin typeface="Courier New"/>
                <a:ea typeface="Courier New"/>
                <a:cs typeface="Courier New"/>
                <a:sym typeface="Courier New"/>
              </a:rPr>
              <a:t>String num = sc.nextInt();</a:t>
            </a:r>
            <a:endParaRPr b="0" i="0" sz="1200" u="none" cap="none" strike="noStrike">
              <a:solidFill>
                <a:srgbClr val="0000FF"/>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FF"/>
                </a:solidFill>
                <a:highlight>
                  <a:schemeClr val="lt2"/>
                </a:highlight>
                <a:latin typeface="Courier New"/>
                <a:ea typeface="Courier New"/>
                <a:cs typeface="Courier New"/>
                <a:sym typeface="Courier New"/>
              </a:rPr>
              <a:t>if</a:t>
            </a:r>
            <a:r>
              <a:rPr b="0" i="0" lang="en" sz="1200" u="none" cap="none" strike="noStrike">
                <a:solidFill>
                  <a:srgbClr val="000000"/>
                </a:solidFill>
                <a:highlight>
                  <a:schemeClr val="lt2"/>
                </a:highlight>
                <a:latin typeface="Courier New"/>
                <a:ea typeface="Courier New"/>
                <a:cs typeface="Courier New"/>
                <a:sym typeface="Courier New"/>
              </a:rPr>
              <a:t> (num &lt;= 2) {</a:t>
            </a:r>
            <a:endParaRPr b="0" i="0" sz="1200" u="none" cap="none" strike="noStrike">
              <a:solidFill>
                <a:srgbClr val="000000"/>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00"/>
                </a:solidFill>
                <a:highlight>
                  <a:srgbClr val="FFFF00"/>
                </a:highlight>
                <a:latin typeface="Courier New"/>
                <a:ea typeface="Courier New"/>
                <a:cs typeface="Courier New"/>
                <a:sym typeface="Courier New"/>
              </a:rPr>
              <a:t>if condition block</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00"/>
                </a:solidFill>
                <a:highlight>
                  <a:schemeClr val="lt2"/>
                </a:highlight>
                <a:latin typeface="Courier New"/>
                <a:ea typeface="Courier New"/>
                <a:cs typeface="Courier New"/>
                <a:sym typeface="Courier New"/>
              </a:rPr>
              <a:t>else {</a:t>
            </a:r>
            <a:endParaRPr b="0" i="0" sz="1200" u="none" cap="none" strike="noStrike">
              <a:solidFill>
                <a:srgbClr val="000000"/>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00"/>
                </a:solidFill>
                <a:highlight>
                  <a:srgbClr val="FFFD00"/>
                </a:highlight>
                <a:latin typeface="Courier New"/>
                <a:ea typeface="Courier New"/>
                <a:cs typeface="Courier New"/>
                <a:sym typeface="Courier New"/>
              </a:rPr>
              <a:t>else condition block</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latin typeface="Courier New"/>
              <a:ea typeface="Courier New"/>
              <a:cs typeface="Courier New"/>
              <a:sym typeface="Courier New"/>
            </a:endParaRPr>
          </a:p>
        </p:txBody>
      </p:sp>
      <p:sp>
        <p:nvSpPr>
          <p:cNvPr id="143" name="Google Shape;143;p6"/>
          <p:cNvSpPr/>
          <p:nvPr/>
        </p:nvSpPr>
        <p:spPr>
          <a:xfrm>
            <a:off x="6720350" y="2054025"/>
            <a:ext cx="288900" cy="259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4" name="Google Shape;144;p6"/>
          <p:cNvCxnSpPr>
            <a:endCxn id="143" idx="3"/>
          </p:cNvCxnSpPr>
          <p:nvPr/>
        </p:nvCxnSpPr>
        <p:spPr>
          <a:xfrm flipH="1" rot="10800000">
            <a:off x="4708558" y="2275778"/>
            <a:ext cx="2054100" cy="1930500"/>
          </a:xfrm>
          <a:prstGeom prst="curvedConnector2">
            <a:avLst/>
          </a:prstGeom>
          <a:noFill/>
          <a:ln cap="flat" cmpd="sng" w="9525">
            <a:solidFill>
              <a:schemeClr val="dk2"/>
            </a:solidFill>
            <a:prstDash val="solid"/>
            <a:round/>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311700" y="3688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 else Double Selection Statements</a:t>
            </a:r>
            <a:endParaRPr/>
          </a:p>
        </p:txBody>
      </p:sp>
      <p:sp>
        <p:nvSpPr>
          <p:cNvPr id="150" name="Google Shape;150;p7"/>
          <p:cNvSpPr txBox="1"/>
          <p:nvPr>
            <p:ph idx="1" type="body"/>
          </p:nvPr>
        </p:nvSpPr>
        <p:spPr>
          <a:xfrm>
            <a:off x="311700" y="1017125"/>
            <a:ext cx="8520600" cy="10623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chemeClr val="dk1"/>
              </a:buClr>
              <a:buSzPts val="1600"/>
              <a:buChar char="●"/>
            </a:pPr>
            <a:r>
              <a:rPr lang="en" sz="1600">
                <a:solidFill>
                  <a:schemeClr val="dk1"/>
                </a:solidFill>
              </a:rPr>
              <a:t>else block executed when if condition yields </a:t>
            </a:r>
            <a:r>
              <a:rPr b="1" lang="en" sz="1600">
                <a:solidFill>
                  <a:schemeClr val="dk1"/>
                </a:solidFill>
              </a:rPr>
              <a:t>False</a:t>
            </a:r>
            <a:r>
              <a:rPr lang="en" sz="1600">
                <a:solidFill>
                  <a:schemeClr val="dk1"/>
                </a:solidFill>
              </a:rPr>
              <a:t>.</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else does not have any condition.</a:t>
            </a:r>
            <a:endParaRPr sz="1600">
              <a:solidFill>
                <a:schemeClr val="dk1"/>
              </a:solidFill>
            </a:endParaRPr>
          </a:p>
        </p:txBody>
      </p:sp>
      <p:sp>
        <p:nvSpPr>
          <p:cNvPr id="151" name="Google Shape;151;p7"/>
          <p:cNvSpPr/>
          <p:nvPr/>
        </p:nvSpPr>
        <p:spPr>
          <a:xfrm>
            <a:off x="1751012" y="1850225"/>
            <a:ext cx="867780"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START</a:t>
            </a:r>
            <a:endParaRPr b="0" i="0" sz="1300" u="none" cap="none" strike="noStrike">
              <a:solidFill>
                <a:srgbClr val="000000"/>
              </a:solidFill>
              <a:latin typeface="Arial"/>
              <a:ea typeface="Arial"/>
              <a:cs typeface="Arial"/>
              <a:sym typeface="Arial"/>
            </a:endParaRPr>
          </a:p>
        </p:txBody>
      </p:sp>
      <p:sp>
        <p:nvSpPr>
          <p:cNvPr id="152" name="Google Shape;152;p7"/>
          <p:cNvSpPr/>
          <p:nvPr/>
        </p:nvSpPr>
        <p:spPr>
          <a:xfrm>
            <a:off x="1711075" y="4384350"/>
            <a:ext cx="947646"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END</a:t>
            </a:r>
            <a:endParaRPr b="0" i="0" sz="1300" u="none" cap="none" strike="noStrike">
              <a:solidFill>
                <a:srgbClr val="000000"/>
              </a:solidFill>
              <a:latin typeface="Arial"/>
              <a:ea typeface="Arial"/>
              <a:cs typeface="Arial"/>
              <a:sym typeface="Arial"/>
            </a:endParaRPr>
          </a:p>
        </p:txBody>
      </p:sp>
      <p:sp>
        <p:nvSpPr>
          <p:cNvPr id="153" name="Google Shape;153;p7"/>
          <p:cNvSpPr/>
          <p:nvPr/>
        </p:nvSpPr>
        <p:spPr>
          <a:xfrm>
            <a:off x="1242000" y="2369125"/>
            <a:ext cx="18858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if Condition</a:t>
            </a:r>
            <a:endParaRPr b="0" i="0" sz="1300" u="none" cap="none" strike="noStrike">
              <a:solidFill>
                <a:srgbClr val="000000"/>
              </a:solidFill>
              <a:latin typeface="Arial"/>
              <a:ea typeface="Arial"/>
              <a:cs typeface="Arial"/>
              <a:sym typeface="Arial"/>
            </a:endParaRPr>
          </a:p>
        </p:txBody>
      </p:sp>
      <p:sp>
        <p:nvSpPr>
          <p:cNvPr id="154" name="Google Shape;154;p7"/>
          <p:cNvSpPr/>
          <p:nvPr/>
        </p:nvSpPr>
        <p:spPr>
          <a:xfrm>
            <a:off x="198000"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if block / scope</a:t>
            </a:r>
            <a:endParaRPr b="0" i="0" sz="1300" u="none" cap="none" strike="noStrike">
              <a:solidFill>
                <a:srgbClr val="000000"/>
              </a:solidFill>
              <a:latin typeface="Arial"/>
              <a:ea typeface="Arial"/>
              <a:cs typeface="Arial"/>
              <a:sym typeface="Arial"/>
            </a:endParaRPr>
          </a:p>
        </p:txBody>
      </p:sp>
      <p:sp>
        <p:nvSpPr>
          <p:cNvPr id="155" name="Google Shape;155;p7"/>
          <p:cNvSpPr txBox="1"/>
          <p:nvPr/>
        </p:nvSpPr>
        <p:spPr>
          <a:xfrm>
            <a:off x="4241700" y="1850225"/>
            <a:ext cx="4681800" cy="2862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class</a:t>
            </a:r>
            <a:r>
              <a:rPr b="0" i="0" lang="en" sz="1200" u="none" cap="none" strike="noStrike">
                <a:solidFill>
                  <a:srgbClr val="000000"/>
                </a:solidFill>
                <a:latin typeface="Courier New"/>
                <a:ea typeface="Courier New"/>
                <a:cs typeface="Courier New"/>
                <a:sym typeface="Courier New"/>
              </a:rPr>
              <a:t> DoubleSelection {</a:t>
            </a:r>
            <a:endParaRPr b="0" i="0" sz="1200" u="none" cap="none" strike="noStrike">
              <a:solidFill>
                <a:schemeClr val="dk1"/>
              </a:solidFill>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   public</a:t>
            </a:r>
            <a:r>
              <a:rPr b="0" i="0" lang="en" sz="1200" u="none" cap="none" strike="noStrike">
                <a:solidFill>
                  <a:srgbClr val="000000"/>
                </a:solidFill>
                <a:latin typeface="Courier New"/>
                <a:ea typeface="Courier New"/>
                <a:cs typeface="Courier New"/>
                <a:sym typeface="Courier New"/>
              </a:rPr>
              <a:t> </a:t>
            </a:r>
            <a:r>
              <a:rPr b="0" i="0" lang="en" sz="1200" u="none" cap="none" strike="noStrike">
                <a:solidFill>
                  <a:srgbClr val="0000FF"/>
                </a:solidFill>
                <a:latin typeface="Courier New"/>
                <a:ea typeface="Courier New"/>
                <a:cs typeface="Courier New"/>
                <a:sym typeface="Courier New"/>
              </a:rPr>
              <a:t>static</a:t>
            </a:r>
            <a:r>
              <a:rPr b="0" i="0" lang="en" sz="1200" u="none" cap="none" strike="noStrike">
                <a:solidFill>
                  <a:srgbClr val="000000"/>
                </a:solidFill>
                <a:latin typeface="Courier New"/>
                <a:ea typeface="Courier New"/>
                <a:cs typeface="Courier New"/>
                <a:sym typeface="Courier New"/>
              </a:rPr>
              <a:t> void main (String[] args)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FF"/>
                </a:solidFill>
                <a:highlight>
                  <a:schemeClr val="lt2"/>
                </a:highlight>
                <a:latin typeface="Courier New"/>
                <a:ea typeface="Courier New"/>
                <a:cs typeface="Courier New"/>
                <a:sym typeface="Courier New"/>
              </a:rPr>
              <a:t>if</a:t>
            </a:r>
            <a:r>
              <a:rPr b="0" i="0" lang="en" sz="1200" u="none" cap="none" strike="noStrike">
                <a:solidFill>
                  <a:srgbClr val="000000"/>
                </a:solidFill>
                <a:highlight>
                  <a:schemeClr val="lt2"/>
                </a:highlight>
                <a:latin typeface="Courier New"/>
                <a:ea typeface="Courier New"/>
                <a:cs typeface="Courier New"/>
                <a:sym typeface="Courier New"/>
              </a:rPr>
              <a:t> (condition)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00"/>
                </a:solidFill>
                <a:highlight>
                  <a:srgbClr val="FFFF00"/>
                </a:highlight>
                <a:latin typeface="Courier New"/>
                <a:ea typeface="Courier New"/>
                <a:cs typeface="Courier New"/>
                <a:sym typeface="Courier New"/>
              </a:rPr>
              <a:t>if condition block</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28FF"/>
                </a:solidFill>
                <a:highlight>
                  <a:schemeClr val="lt2"/>
                </a:highlight>
                <a:latin typeface="Courier New"/>
                <a:ea typeface="Courier New"/>
                <a:cs typeface="Courier New"/>
                <a:sym typeface="Courier New"/>
              </a:rPr>
              <a:t>else </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r>
              <a:rPr b="0" i="0" lang="en" sz="1200" u="none" cap="none" strike="noStrike">
                <a:solidFill>
                  <a:srgbClr val="000000"/>
                </a:solidFill>
                <a:highlight>
                  <a:srgbClr val="FFFD00"/>
                </a:highlight>
                <a:latin typeface="Courier New"/>
                <a:ea typeface="Courier New"/>
                <a:cs typeface="Courier New"/>
                <a:sym typeface="Courier New"/>
              </a:rPr>
              <a:t>else condition block</a:t>
            </a:r>
            <a:r>
              <a:rPr b="0" i="0" lang="en" sz="1200" u="none" cap="none" strike="noStrike">
                <a:solidFill>
                  <a:srgbClr val="000000"/>
                </a:solidFill>
                <a:highlight>
                  <a:schemeClr val="lt2"/>
                </a:highlight>
                <a:latin typeface="Courier New"/>
                <a:ea typeface="Courier New"/>
                <a:cs typeface="Courier New"/>
                <a:sym typeface="Courier New"/>
              </a:rPr>
              <a:t>;</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highlight>
                  <a:schemeClr val="lt2"/>
                </a:highlight>
                <a:latin typeface="Courier New"/>
                <a:ea typeface="Courier New"/>
                <a:cs typeface="Courier New"/>
                <a:sym typeface="Courier New"/>
              </a:rPr>
              <a:t>        }</a:t>
            </a:r>
            <a:endParaRPr b="0" i="0" sz="1200" u="none" cap="none" strike="noStrike">
              <a:solidFill>
                <a:srgbClr val="000000"/>
              </a:solidFill>
              <a:highlight>
                <a:schemeClr val="lt2"/>
              </a:highlight>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FF"/>
                </a:solidFill>
                <a:latin typeface="Courier New"/>
                <a:ea typeface="Courier New"/>
                <a:cs typeface="Courier New"/>
                <a:sym typeface="Courier New"/>
              </a:rPr>
              <a:t>   </a:t>
            </a:r>
            <a:r>
              <a:rPr b="0" i="0" lang="en" sz="1200" u="none" cap="none" strike="noStrike">
                <a:solidFill>
                  <a:srgbClr val="000000"/>
                </a:solidFill>
                <a:latin typeface="Courier New"/>
                <a:ea typeface="Courier New"/>
                <a:cs typeface="Courier New"/>
                <a:sym typeface="Courier New"/>
              </a:rPr>
              <a:t>}</a:t>
            </a:r>
            <a:endParaRPr b="0" i="0" sz="1200" u="none" cap="none" strike="noStrike">
              <a:solidFill>
                <a:srgbClr val="000000"/>
              </a:solidFill>
              <a:latin typeface="Courier New"/>
              <a:ea typeface="Courier New"/>
              <a:cs typeface="Courier New"/>
              <a:sym typeface="Courier New"/>
            </a:endParaRPr>
          </a:p>
          <a:p>
            <a:pPr indent="-304800" lvl="0" marL="457200" marR="0" rtl="0" algn="l">
              <a:lnSpc>
                <a:spcPct val="150000"/>
              </a:lnSpc>
              <a:spcBef>
                <a:spcPts val="0"/>
              </a:spcBef>
              <a:spcAft>
                <a:spcPts val="0"/>
              </a:spcAft>
              <a:buClr>
                <a:srgbClr val="000000"/>
              </a:buClr>
              <a:buSzPts val="1200"/>
              <a:buFont typeface="Courier New"/>
              <a:buAutoNum type="arabicPeriod"/>
            </a:pPr>
            <a:r>
              <a:rPr b="0" i="0" lang="en" sz="1200" u="none" cap="none" strike="noStrike">
                <a:solidFill>
                  <a:srgbClr val="000000"/>
                </a:solidFill>
                <a:latin typeface="Courier New"/>
                <a:ea typeface="Courier New"/>
                <a:cs typeface="Courier New"/>
                <a:sym typeface="Courier New"/>
              </a:rPr>
              <a:t>}</a:t>
            </a:r>
            <a:endParaRPr b="0" i="0" sz="1200" u="none" cap="none" strike="noStrike">
              <a:solidFill>
                <a:srgbClr val="000000"/>
              </a:solidFill>
              <a:latin typeface="Courier New"/>
              <a:ea typeface="Courier New"/>
              <a:cs typeface="Courier New"/>
              <a:sym typeface="Courier New"/>
            </a:endParaRPr>
          </a:p>
        </p:txBody>
      </p:sp>
      <p:cxnSp>
        <p:nvCxnSpPr>
          <p:cNvPr id="156" name="Google Shape;156;p7"/>
          <p:cNvCxnSpPr>
            <a:stCxn id="151" idx="2"/>
            <a:endCxn id="153" idx="0"/>
          </p:cNvCxnSpPr>
          <p:nvPr/>
        </p:nvCxnSpPr>
        <p:spPr>
          <a:xfrm>
            <a:off x="2184902" y="2120873"/>
            <a:ext cx="0" cy="248400"/>
          </a:xfrm>
          <a:prstGeom prst="straightConnector1">
            <a:avLst/>
          </a:prstGeom>
          <a:noFill/>
          <a:ln cap="flat" cmpd="sng" w="9525">
            <a:solidFill>
              <a:schemeClr val="dk2"/>
            </a:solidFill>
            <a:prstDash val="solid"/>
            <a:round/>
            <a:headEnd len="sm" w="sm" type="none"/>
            <a:tailEnd len="med" w="med" type="triangle"/>
          </a:ln>
        </p:spPr>
      </p:cxnSp>
      <p:cxnSp>
        <p:nvCxnSpPr>
          <p:cNvPr id="157" name="Google Shape;157;p7"/>
          <p:cNvCxnSpPr>
            <a:stCxn id="153" idx="1"/>
            <a:endCxn id="154" idx="0"/>
          </p:cNvCxnSpPr>
          <p:nvPr/>
        </p:nvCxnSpPr>
        <p:spPr>
          <a:xfrm flipH="1">
            <a:off x="1092600" y="2655475"/>
            <a:ext cx="149400" cy="598200"/>
          </a:xfrm>
          <a:prstGeom prst="bentConnector2">
            <a:avLst/>
          </a:prstGeom>
          <a:noFill/>
          <a:ln cap="flat" cmpd="sng" w="9525">
            <a:solidFill>
              <a:schemeClr val="dk2"/>
            </a:solidFill>
            <a:prstDash val="solid"/>
            <a:round/>
            <a:headEnd len="sm" w="sm" type="none"/>
            <a:tailEnd len="med" w="med" type="stealth"/>
          </a:ln>
        </p:spPr>
      </p:cxnSp>
      <p:sp>
        <p:nvSpPr>
          <p:cNvPr id="158" name="Google Shape;158;p7"/>
          <p:cNvSpPr/>
          <p:nvPr/>
        </p:nvSpPr>
        <p:spPr>
          <a:xfrm>
            <a:off x="2333825"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else block / scope</a:t>
            </a:r>
            <a:endParaRPr b="0" i="0" sz="1300" u="none" cap="none" strike="noStrike">
              <a:solidFill>
                <a:srgbClr val="000000"/>
              </a:solidFill>
              <a:latin typeface="Arial"/>
              <a:ea typeface="Arial"/>
              <a:cs typeface="Arial"/>
              <a:sym typeface="Arial"/>
            </a:endParaRPr>
          </a:p>
        </p:txBody>
      </p:sp>
      <p:cxnSp>
        <p:nvCxnSpPr>
          <p:cNvPr id="159" name="Google Shape;159;p7"/>
          <p:cNvCxnSpPr>
            <a:stCxn id="153" idx="3"/>
            <a:endCxn id="158" idx="0"/>
          </p:cNvCxnSpPr>
          <p:nvPr/>
        </p:nvCxnSpPr>
        <p:spPr>
          <a:xfrm>
            <a:off x="3127800" y="2655475"/>
            <a:ext cx="100500" cy="598200"/>
          </a:xfrm>
          <a:prstGeom prst="bentConnector2">
            <a:avLst/>
          </a:prstGeom>
          <a:noFill/>
          <a:ln cap="flat" cmpd="sng" w="9525">
            <a:solidFill>
              <a:schemeClr val="dk2"/>
            </a:solidFill>
            <a:prstDash val="solid"/>
            <a:round/>
            <a:headEnd len="sm" w="sm" type="none"/>
            <a:tailEnd len="med" w="med" type="stealth"/>
          </a:ln>
        </p:spPr>
      </p:cxnSp>
      <p:sp>
        <p:nvSpPr>
          <p:cNvPr id="160" name="Google Shape;160;p7"/>
          <p:cNvSpPr/>
          <p:nvPr/>
        </p:nvSpPr>
        <p:spPr>
          <a:xfrm>
            <a:off x="1971450" y="3819038"/>
            <a:ext cx="426900" cy="3798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61" name="Google Shape;161;p7"/>
          <p:cNvCxnSpPr>
            <a:stCxn id="154" idx="4"/>
            <a:endCxn id="160" idx="2"/>
          </p:cNvCxnSpPr>
          <p:nvPr/>
        </p:nvCxnSpPr>
        <p:spPr>
          <a:xfrm flipH="1" rot="-5400000">
            <a:off x="1344450" y="3381675"/>
            <a:ext cx="375300" cy="879000"/>
          </a:xfrm>
          <a:prstGeom prst="bentConnector2">
            <a:avLst/>
          </a:prstGeom>
          <a:noFill/>
          <a:ln cap="flat" cmpd="sng" w="9525">
            <a:solidFill>
              <a:schemeClr val="dk2"/>
            </a:solidFill>
            <a:prstDash val="solid"/>
            <a:round/>
            <a:headEnd len="sm" w="sm" type="none"/>
            <a:tailEnd len="med" w="med" type="stealth"/>
          </a:ln>
        </p:spPr>
      </p:cxnSp>
      <p:cxnSp>
        <p:nvCxnSpPr>
          <p:cNvPr id="162" name="Google Shape;162;p7"/>
          <p:cNvCxnSpPr>
            <a:stCxn id="158" idx="4"/>
            <a:endCxn id="160" idx="6"/>
          </p:cNvCxnSpPr>
          <p:nvPr/>
        </p:nvCxnSpPr>
        <p:spPr>
          <a:xfrm rot="5400000">
            <a:off x="2625725" y="3406125"/>
            <a:ext cx="375300" cy="830100"/>
          </a:xfrm>
          <a:prstGeom prst="bentConnector2">
            <a:avLst/>
          </a:prstGeom>
          <a:noFill/>
          <a:ln cap="flat" cmpd="sng" w="9525">
            <a:solidFill>
              <a:schemeClr val="dk2"/>
            </a:solidFill>
            <a:prstDash val="solid"/>
            <a:round/>
            <a:headEnd len="sm" w="sm" type="none"/>
            <a:tailEnd len="med" w="med" type="stealth"/>
          </a:ln>
        </p:spPr>
      </p:cxnSp>
      <p:cxnSp>
        <p:nvCxnSpPr>
          <p:cNvPr id="163" name="Google Shape;163;p7"/>
          <p:cNvCxnSpPr>
            <a:stCxn id="160" idx="4"/>
            <a:endCxn id="152" idx="0"/>
          </p:cNvCxnSpPr>
          <p:nvPr/>
        </p:nvCxnSpPr>
        <p:spPr>
          <a:xfrm flipH="1" rot="-5400000">
            <a:off x="2092500" y="4291238"/>
            <a:ext cx="185400" cy="600"/>
          </a:xfrm>
          <a:prstGeom prst="bentConnector3">
            <a:avLst>
              <a:gd fmla="val 50030" name="adj1"/>
            </a:avLst>
          </a:prstGeom>
          <a:noFill/>
          <a:ln cap="flat" cmpd="sng" w="9525">
            <a:solidFill>
              <a:schemeClr val="dk2"/>
            </a:solidFill>
            <a:prstDash val="solid"/>
            <a:round/>
            <a:headEnd len="sm" w="sm" type="none"/>
            <a:tailEnd len="med" w="med" type="stealth"/>
          </a:ln>
        </p:spPr>
      </p:cxnSp>
      <p:sp>
        <p:nvSpPr>
          <p:cNvPr id="164" name="Google Shape;164;p7"/>
          <p:cNvSpPr txBox="1"/>
          <p:nvPr/>
        </p:nvSpPr>
        <p:spPr>
          <a:xfrm>
            <a:off x="813000" y="2369275"/>
            <a:ext cx="7116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165" name="Google Shape;165;p7"/>
          <p:cNvSpPr txBox="1"/>
          <p:nvPr/>
        </p:nvSpPr>
        <p:spPr>
          <a:xfrm>
            <a:off x="2996900" y="2369275"/>
            <a:ext cx="7116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 else Double Selection Statements (Contd)</a:t>
            </a:r>
            <a:endParaRPr/>
          </a:p>
        </p:txBody>
      </p:sp>
      <p:sp>
        <p:nvSpPr>
          <p:cNvPr id="171" name="Google Shape;171;p8"/>
          <p:cNvSpPr/>
          <p:nvPr/>
        </p:nvSpPr>
        <p:spPr>
          <a:xfrm>
            <a:off x="1941688" y="1635488"/>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START</a:t>
            </a:r>
            <a:endParaRPr b="0" i="0" sz="1200" u="none" cap="none" strike="noStrike">
              <a:solidFill>
                <a:srgbClr val="000000"/>
              </a:solidFill>
              <a:latin typeface="Arial"/>
              <a:ea typeface="Arial"/>
              <a:cs typeface="Arial"/>
              <a:sym typeface="Arial"/>
            </a:endParaRPr>
          </a:p>
        </p:txBody>
      </p:sp>
      <p:sp>
        <p:nvSpPr>
          <p:cNvPr id="172" name="Google Shape;172;p8"/>
          <p:cNvSpPr/>
          <p:nvPr/>
        </p:nvSpPr>
        <p:spPr>
          <a:xfrm>
            <a:off x="1956475" y="4596875"/>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p:txBody>
      </p:sp>
      <p:sp>
        <p:nvSpPr>
          <p:cNvPr id="173" name="Google Shape;173;p8"/>
          <p:cNvSpPr/>
          <p:nvPr/>
        </p:nvSpPr>
        <p:spPr>
          <a:xfrm>
            <a:off x="1369750" y="2164325"/>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Arial"/>
                <a:ea typeface="Arial"/>
                <a:cs typeface="Arial"/>
                <a:sym typeface="Arial"/>
              </a:rPr>
              <a:t>Read num</a:t>
            </a:r>
            <a:endParaRPr b="0" i="0" sz="1200" u="none" cap="none" strike="noStrike">
              <a:solidFill>
                <a:srgbClr val="000000"/>
              </a:solidFill>
              <a:latin typeface="Arial"/>
              <a:ea typeface="Arial"/>
              <a:cs typeface="Arial"/>
              <a:sym typeface="Arial"/>
            </a:endParaRPr>
          </a:p>
        </p:txBody>
      </p:sp>
      <p:sp>
        <p:nvSpPr>
          <p:cNvPr id="174" name="Google Shape;174;p8"/>
          <p:cNvSpPr/>
          <p:nvPr/>
        </p:nvSpPr>
        <p:spPr>
          <a:xfrm>
            <a:off x="1307200" y="2773050"/>
            <a:ext cx="2136900" cy="6411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num%2 == 0</a:t>
            </a:r>
            <a:endParaRPr b="0" i="0" sz="1200" u="none" cap="none" strike="noStrike">
              <a:solidFill>
                <a:srgbClr val="000000"/>
              </a:solidFill>
              <a:latin typeface="Arial"/>
              <a:ea typeface="Arial"/>
              <a:cs typeface="Arial"/>
              <a:sym typeface="Arial"/>
            </a:endParaRPr>
          </a:p>
        </p:txBody>
      </p:sp>
      <p:sp>
        <p:nvSpPr>
          <p:cNvPr id="175" name="Google Shape;175;p8"/>
          <p:cNvSpPr txBox="1"/>
          <p:nvPr/>
        </p:nvSpPr>
        <p:spPr>
          <a:xfrm>
            <a:off x="4697225" y="1978375"/>
            <a:ext cx="4251000" cy="25242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chemeClr val="dk1"/>
                </a:solidFill>
                <a:highlight>
                  <a:schemeClr val="lt2"/>
                </a:highlight>
                <a:latin typeface="Courier New"/>
                <a:ea typeface="Courier New"/>
                <a:cs typeface="Courier New"/>
                <a:sym typeface="Courier New"/>
              </a:rPr>
              <a:t>Scanner sc = </a:t>
            </a:r>
            <a:r>
              <a:rPr b="0" i="0" lang="en" sz="1100" u="none" cap="none" strike="noStrike">
                <a:solidFill>
                  <a:srgbClr val="0000FF"/>
                </a:solidFill>
                <a:highlight>
                  <a:schemeClr val="lt2"/>
                </a:highlight>
                <a:latin typeface="Courier New"/>
                <a:ea typeface="Courier New"/>
                <a:cs typeface="Courier New"/>
                <a:sym typeface="Courier New"/>
              </a:rPr>
              <a:t>new </a:t>
            </a:r>
            <a:r>
              <a:rPr b="0" i="0" lang="en" sz="1100" u="none" cap="none" strike="noStrike">
                <a:solidFill>
                  <a:schemeClr val="dk1"/>
                </a:solidFill>
                <a:highlight>
                  <a:schemeClr val="lt2"/>
                </a:highlight>
                <a:latin typeface="Courier New"/>
                <a:ea typeface="Courier New"/>
                <a:cs typeface="Courier New"/>
                <a:sym typeface="Courier New"/>
              </a:rPr>
              <a:t>Scanner(System.in);</a:t>
            </a:r>
            <a:endParaRPr b="0" i="0" sz="11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100" u="none" cap="none" strike="noStrike">
                <a:solidFill>
                  <a:schemeClr val="dk1"/>
                </a:solidFill>
                <a:highlight>
                  <a:schemeClr val="lt2"/>
                </a:highlight>
                <a:latin typeface="Courier New"/>
                <a:ea typeface="Courier New"/>
                <a:cs typeface="Courier New"/>
                <a:sym typeface="Courier New"/>
              </a:rPr>
              <a:t>int num = sc.nextInt();</a:t>
            </a:r>
            <a:endParaRPr b="0" i="0" sz="1200" u="none" cap="none" strike="noStrike">
              <a:solidFill>
                <a:srgbClr val="0000FF"/>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rgbClr val="0000FF"/>
                </a:solidFill>
                <a:highlight>
                  <a:schemeClr val="lt2"/>
                </a:highlight>
                <a:latin typeface="Courier New"/>
                <a:ea typeface="Courier New"/>
                <a:cs typeface="Courier New"/>
                <a:sym typeface="Courier New"/>
              </a:rPr>
              <a:t>if</a:t>
            </a:r>
            <a:r>
              <a:rPr b="0" i="0" lang="en" sz="1200" u="none" cap="none" strike="noStrike">
                <a:solidFill>
                  <a:schemeClr val="dk1"/>
                </a:solidFill>
                <a:highlight>
                  <a:schemeClr val="lt2"/>
                </a:highlight>
                <a:latin typeface="Courier New"/>
                <a:ea typeface="Courier New"/>
                <a:cs typeface="Courier New"/>
                <a:sym typeface="Courier New"/>
              </a:rPr>
              <a:t> (num%2 == 0) {</a:t>
            </a:r>
            <a:endParaRPr b="0" i="0" sz="12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chemeClr val="dk1"/>
                </a:solidFill>
                <a:highlight>
                  <a:schemeClr val="lt2"/>
                </a:highlight>
                <a:latin typeface="Courier New"/>
                <a:ea typeface="Courier New"/>
                <a:cs typeface="Courier New"/>
                <a:sym typeface="Courier New"/>
              </a:rPr>
              <a:t>   System.out.println(</a:t>
            </a:r>
            <a:r>
              <a:rPr b="0" i="0" lang="en" sz="1000" u="none" cap="none" strike="noStrike">
                <a:solidFill>
                  <a:srgbClr val="38761D"/>
                </a:solidFill>
                <a:highlight>
                  <a:schemeClr val="lt2"/>
                </a:highlight>
                <a:latin typeface="Courier New"/>
                <a:ea typeface="Courier New"/>
                <a:cs typeface="Courier New"/>
                <a:sym typeface="Courier New"/>
              </a:rPr>
              <a:t>"Even"</a:t>
            </a:r>
            <a:r>
              <a:rPr b="0" i="0" lang="en" sz="1200" u="none" cap="none" strike="noStrike">
                <a:solidFill>
                  <a:schemeClr val="dk1"/>
                </a:solidFill>
                <a:highlight>
                  <a:schemeClr val="lt2"/>
                </a:highlight>
                <a:latin typeface="Courier New"/>
                <a:ea typeface="Courier New"/>
                <a:cs typeface="Courier New"/>
                <a:sym typeface="Courier New"/>
              </a:rPr>
              <a:t>);</a:t>
            </a:r>
            <a:endParaRPr b="0" i="0" sz="12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chemeClr val="dk1"/>
                </a:solidFill>
                <a:highlight>
                  <a:schemeClr val="lt2"/>
                </a:highlight>
                <a:latin typeface="Courier New"/>
                <a:ea typeface="Courier New"/>
                <a:cs typeface="Courier New"/>
                <a:sym typeface="Courier New"/>
              </a:rPr>
              <a:t>}</a:t>
            </a:r>
            <a:endParaRPr b="0" i="0" sz="12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rgbClr val="0000FF"/>
                </a:solidFill>
                <a:highlight>
                  <a:schemeClr val="lt2"/>
                </a:highlight>
                <a:latin typeface="Courier New"/>
                <a:ea typeface="Courier New"/>
                <a:cs typeface="Courier New"/>
                <a:sym typeface="Courier New"/>
              </a:rPr>
              <a:t>else</a:t>
            </a:r>
            <a:r>
              <a:rPr b="0" i="0" lang="en" sz="1200" u="none" cap="none" strike="noStrike">
                <a:solidFill>
                  <a:schemeClr val="dk1"/>
                </a:solidFill>
                <a:highlight>
                  <a:schemeClr val="lt2"/>
                </a:highlight>
                <a:latin typeface="Courier New"/>
                <a:ea typeface="Courier New"/>
                <a:cs typeface="Courier New"/>
                <a:sym typeface="Courier New"/>
              </a:rPr>
              <a:t> {</a:t>
            </a:r>
            <a:endParaRPr b="0" i="0" sz="12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chemeClr val="dk1"/>
                </a:solidFill>
                <a:highlight>
                  <a:schemeClr val="lt2"/>
                </a:highlight>
                <a:latin typeface="Courier New"/>
                <a:ea typeface="Courier New"/>
                <a:cs typeface="Courier New"/>
                <a:sym typeface="Courier New"/>
              </a:rPr>
              <a:t>    System.out.println(</a:t>
            </a:r>
            <a:r>
              <a:rPr b="0" i="0" lang="en" sz="1000" u="none" cap="none" strike="noStrike">
                <a:solidFill>
                  <a:srgbClr val="38761D"/>
                </a:solidFill>
                <a:highlight>
                  <a:schemeClr val="lt2"/>
                </a:highlight>
                <a:latin typeface="Courier New"/>
                <a:ea typeface="Courier New"/>
                <a:cs typeface="Courier New"/>
                <a:sym typeface="Courier New"/>
              </a:rPr>
              <a:t>"Odd"</a:t>
            </a:r>
            <a:r>
              <a:rPr b="0" i="0" lang="en" sz="1200" u="none" cap="none" strike="noStrike">
                <a:solidFill>
                  <a:schemeClr val="dk1"/>
                </a:solidFill>
                <a:highlight>
                  <a:schemeClr val="lt2"/>
                </a:highlight>
                <a:latin typeface="Courier New"/>
                <a:ea typeface="Courier New"/>
                <a:cs typeface="Courier New"/>
                <a:sym typeface="Courier New"/>
              </a:rPr>
              <a:t>);</a:t>
            </a:r>
            <a:endParaRPr b="0" i="0" sz="1200" u="none" cap="none" strike="noStrike">
              <a:solidFill>
                <a:schemeClr val="dk1"/>
              </a:solidFill>
              <a:highlight>
                <a:schemeClr val="lt2"/>
              </a:highlight>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00"/>
              </a:buClr>
              <a:buSzPts val="1100"/>
              <a:buFont typeface="Courier New"/>
              <a:buAutoNum type="arabicPeriod"/>
            </a:pPr>
            <a:r>
              <a:rPr b="0" i="0" lang="en" sz="1200" u="none" cap="none" strike="noStrike">
                <a:solidFill>
                  <a:schemeClr val="dk1"/>
                </a:solidFill>
                <a:highlight>
                  <a:schemeClr val="lt2"/>
                </a:highlight>
                <a:latin typeface="Courier New"/>
                <a:ea typeface="Courier New"/>
                <a:cs typeface="Courier New"/>
                <a:sym typeface="Courier New"/>
              </a:rPr>
              <a:t>}</a:t>
            </a:r>
            <a:endParaRPr b="0" i="0" sz="1200" u="none" cap="none" strike="noStrike">
              <a:solidFill>
                <a:schemeClr val="dk1"/>
              </a:solidFill>
              <a:latin typeface="Courier New"/>
              <a:ea typeface="Courier New"/>
              <a:cs typeface="Courier New"/>
              <a:sym typeface="Courier New"/>
            </a:endParaRPr>
          </a:p>
          <a:p>
            <a:pPr indent="-298450" lvl="0" marL="457200" marR="0" rtl="0" algn="l">
              <a:lnSpc>
                <a:spcPct val="150000"/>
              </a:lnSpc>
              <a:spcBef>
                <a:spcPts val="0"/>
              </a:spcBef>
              <a:spcAft>
                <a:spcPts val="0"/>
              </a:spcAft>
              <a:buClr>
                <a:srgbClr val="0000FF"/>
              </a:buClr>
              <a:buSzPts val="1100"/>
              <a:buFont typeface="Courier New"/>
              <a:buAutoNum type="arabicPeriod"/>
            </a:pPr>
            <a:r>
              <a:t/>
            </a:r>
            <a:endParaRPr b="0" i="0" sz="1100" u="none" cap="none" strike="noStrike">
              <a:solidFill>
                <a:srgbClr val="0000FF"/>
              </a:solidFill>
              <a:highlight>
                <a:schemeClr val="lt2"/>
              </a:highlight>
              <a:latin typeface="Courier New"/>
              <a:ea typeface="Courier New"/>
              <a:cs typeface="Courier New"/>
              <a:sym typeface="Courier New"/>
            </a:endParaRPr>
          </a:p>
        </p:txBody>
      </p:sp>
      <p:sp>
        <p:nvSpPr>
          <p:cNvPr id="176" name="Google Shape;176;p8"/>
          <p:cNvSpPr/>
          <p:nvPr/>
        </p:nvSpPr>
        <p:spPr>
          <a:xfrm>
            <a:off x="311700" y="3589163"/>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“Even”</a:t>
            </a:r>
            <a:endParaRPr b="0" i="0" sz="1200" u="none" cap="none" strike="noStrike">
              <a:solidFill>
                <a:srgbClr val="000000"/>
              </a:solidFill>
              <a:latin typeface="Arial"/>
              <a:ea typeface="Arial"/>
              <a:cs typeface="Arial"/>
              <a:sym typeface="Arial"/>
            </a:endParaRPr>
          </a:p>
        </p:txBody>
      </p:sp>
      <p:sp>
        <p:nvSpPr>
          <p:cNvPr id="177" name="Google Shape;177;p8"/>
          <p:cNvSpPr/>
          <p:nvPr/>
        </p:nvSpPr>
        <p:spPr>
          <a:xfrm>
            <a:off x="2212138" y="4077375"/>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8" name="Google Shape;178;p8"/>
          <p:cNvCxnSpPr>
            <a:stCxn id="171" idx="2"/>
            <a:endCxn id="173" idx="0"/>
          </p:cNvCxnSpPr>
          <p:nvPr/>
        </p:nvCxnSpPr>
        <p:spPr>
          <a:xfrm flipH="1">
            <a:off x="2375656" y="1890368"/>
            <a:ext cx="300" cy="273900"/>
          </a:xfrm>
          <a:prstGeom prst="straightConnector1">
            <a:avLst/>
          </a:prstGeom>
          <a:noFill/>
          <a:ln cap="flat" cmpd="sng" w="9525">
            <a:solidFill>
              <a:schemeClr val="dk2"/>
            </a:solidFill>
            <a:prstDash val="solid"/>
            <a:round/>
            <a:headEnd len="sm" w="sm" type="none"/>
            <a:tailEnd len="med" w="med" type="triangle"/>
          </a:ln>
        </p:spPr>
      </p:cxnSp>
      <p:cxnSp>
        <p:nvCxnSpPr>
          <p:cNvPr id="179" name="Google Shape;179;p8"/>
          <p:cNvCxnSpPr>
            <a:stCxn id="173" idx="4"/>
            <a:endCxn id="174" idx="0"/>
          </p:cNvCxnSpPr>
          <p:nvPr/>
        </p:nvCxnSpPr>
        <p:spPr>
          <a:xfrm>
            <a:off x="2375650" y="2508125"/>
            <a:ext cx="0" cy="264900"/>
          </a:xfrm>
          <a:prstGeom prst="straightConnector1">
            <a:avLst/>
          </a:prstGeom>
          <a:noFill/>
          <a:ln cap="flat" cmpd="sng" w="9525">
            <a:solidFill>
              <a:schemeClr val="dk2"/>
            </a:solidFill>
            <a:prstDash val="solid"/>
            <a:round/>
            <a:headEnd len="sm" w="sm" type="none"/>
            <a:tailEnd len="med" w="med" type="triangle"/>
          </a:ln>
        </p:spPr>
      </p:cxnSp>
      <p:cxnSp>
        <p:nvCxnSpPr>
          <p:cNvPr id="180" name="Google Shape;180;p8"/>
          <p:cNvCxnSpPr>
            <a:stCxn id="174" idx="1"/>
            <a:endCxn id="176" idx="0"/>
          </p:cNvCxnSpPr>
          <p:nvPr/>
        </p:nvCxnSpPr>
        <p:spPr>
          <a:xfrm flipH="1">
            <a:off x="1212700" y="3093600"/>
            <a:ext cx="94500" cy="495600"/>
          </a:xfrm>
          <a:prstGeom prst="bentConnector2">
            <a:avLst/>
          </a:prstGeom>
          <a:noFill/>
          <a:ln cap="flat" cmpd="sng" w="9525">
            <a:solidFill>
              <a:schemeClr val="dk2"/>
            </a:solidFill>
            <a:prstDash val="solid"/>
            <a:round/>
            <a:headEnd len="sm" w="sm" type="none"/>
            <a:tailEnd len="med" w="med" type="triangle"/>
          </a:ln>
        </p:spPr>
      </p:cxnSp>
      <p:cxnSp>
        <p:nvCxnSpPr>
          <p:cNvPr id="181" name="Google Shape;181;p8"/>
          <p:cNvCxnSpPr>
            <a:endCxn id="177" idx="2"/>
          </p:cNvCxnSpPr>
          <p:nvPr/>
        </p:nvCxnSpPr>
        <p:spPr>
          <a:xfrm>
            <a:off x="826438" y="3931575"/>
            <a:ext cx="1385700" cy="297900"/>
          </a:xfrm>
          <a:prstGeom prst="bentConnector3">
            <a:avLst>
              <a:gd fmla="val 602" name="adj1"/>
            </a:avLst>
          </a:prstGeom>
          <a:noFill/>
          <a:ln cap="flat" cmpd="sng" w="9525">
            <a:solidFill>
              <a:schemeClr val="dk2"/>
            </a:solidFill>
            <a:prstDash val="solid"/>
            <a:round/>
            <a:headEnd len="sm" w="sm" type="none"/>
            <a:tailEnd len="med" w="med" type="triangle"/>
          </a:ln>
        </p:spPr>
      </p:cxnSp>
      <p:cxnSp>
        <p:nvCxnSpPr>
          <p:cNvPr id="182" name="Google Shape;182;p8"/>
          <p:cNvCxnSpPr>
            <a:stCxn id="177" idx="4"/>
            <a:endCxn id="172" idx="0"/>
          </p:cNvCxnSpPr>
          <p:nvPr/>
        </p:nvCxnSpPr>
        <p:spPr>
          <a:xfrm flipH="1" rot="-5400000">
            <a:off x="2268238" y="4488975"/>
            <a:ext cx="215400" cy="600"/>
          </a:xfrm>
          <a:prstGeom prst="bentConnector3">
            <a:avLst>
              <a:gd fmla="val 49977" name="adj1"/>
            </a:avLst>
          </a:prstGeom>
          <a:noFill/>
          <a:ln cap="flat" cmpd="sng" w="9525">
            <a:solidFill>
              <a:schemeClr val="dk2"/>
            </a:solidFill>
            <a:prstDash val="solid"/>
            <a:round/>
            <a:headEnd len="sm" w="sm" type="none"/>
            <a:tailEnd len="med" w="med" type="triangle"/>
          </a:ln>
        </p:spPr>
      </p:cxnSp>
      <p:sp>
        <p:nvSpPr>
          <p:cNvPr id="183" name="Google Shape;183;p8"/>
          <p:cNvSpPr txBox="1"/>
          <p:nvPr/>
        </p:nvSpPr>
        <p:spPr>
          <a:xfrm>
            <a:off x="611725" y="3205013"/>
            <a:ext cx="7116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184" name="Google Shape;184;p8"/>
          <p:cNvSpPr txBox="1"/>
          <p:nvPr/>
        </p:nvSpPr>
        <p:spPr>
          <a:xfrm>
            <a:off x="3608463" y="3205013"/>
            <a:ext cx="7116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sp>
        <p:nvSpPr>
          <p:cNvPr id="185" name="Google Shape;185;p8"/>
          <p:cNvSpPr/>
          <p:nvPr/>
        </p:nvSpPr>
        <p:spPr>
          <a:xfrm>
            <a:off x="2642550" y="3602875"/>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“Odd”</a:t>
            </a:r>
            <a:endParaRPr b="0" i="0" sz="1200" u="none" cap="none" strike="noStrike">
              <a:solidFill>
                <a:srgbClr val="000000"/>
              </a:solidFill>
              <a:latin typeface="Arial"/>
              <a:ea typeface="Arial"/>
              <a:cs typeface="Arial"/>
              <a:sym typeface="Arial"/>
            </a:endParaRPr>
          </a:p>
        </p:txBody>
      </p:sp>
      <p:cxnSp>
        <p:nvCxnSpPr>
          <p:cNvPr id="186" name="Google Shape;186;p8"/>
          <p:cNvCxnSpPr>
            <a:stCxn id="174" idx="3"/>
            <a:endCxn id="185" idx="0"/>
          </p:cNvCxnSpPr>
          <p:nvPr/>
        </p:nvCxnSpPr>
        <p:spPr>
          <a:xfrm>
            <a:off x="3444100" y="3093600"/>
            <a:ext cx="99600" cy="509400"/>
          </a:xfrm>
          <a:prstGeom prst="bentConnector2">
            <a:avLst/>
          </a:prstGeom>
          <a:noFill/>
          <a:ln cap="flat" cmpd="sng" w="9525">
            <a:solidFill>
              <a:schemeClr val="dk2"/>
            </a:solidFill>
            <a:prstDash val="solid"/>
            <a:round/>
            <a:headEnd len="sm" w="sm" type="none"/>
            <a:tailEnd len="med" w="med" type="triangle"/>
          </a:ln>
        </p:spPr>
      </p:cxnSp>
      <p:cxnSp>
        <p:nvCxnSpPr>
          <p:cNvPr id="187" name="Google Shape;187;p8"/>
          <p:cNvCxnSpPr>
            <a:endCxn id="177" idx="6"/>
          </p:cNvCxnSpPr>
          <p:nvPr/>
        </p:nvCxnSpPr>
        <p:spPr>
          <a:xfrm flipH="1">
            <a:off x="2539138" y="3948075"/>
            <a:ext cx="1342200" cy="281400"/>
          </a:xfrm>
          <a:prstGeom prst="bentConnector3">
            <a:avLst>
              <a:gd fmla="val -608" name="adj1"/>
            </a:avLst>
          </a:prstGeom>
          <a:noFill/>
          <a:ln cap="flat" cmpd="sng" w="9525">
            <a:solidFill>
              <a:schemeClr val="dk2"/>
            </a:solidFill>
            <a:prstDash val="solid"/>
            <a:round/>
            <a:headEnd len="sm" w="sm" type="none"/>
            <a:tailEnd len="med" w="med" type="triangle"/>
          </a:ln>
        </p:spPr>
      </p:cxnSp>
      <p:sp>
        <p:nvSpPr>
          <p:cNvPr id="188" name="Google Shape;188;p8"/>
          <p:cNvSpPr txBox="1"/>
          <p:nvPr>
            <p:ph idx="1" type="body"/>
          </p:nvPr>
        </p:nvSpPr>
        <p:spPr>
          <a:xfrm>
            <a:off x="311700" y="971900"/>
            <a:ext cx="8477700" cy="6666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 sz="1600">
                <a:solidFill>
                  <a:schemeClr val="dk1"/>
                </a:solidFill>
              </a:rPr>
              <a:t>Print “Even” or “Odd” based on user given input.</a:t>
            </a:r>
            <a:endParaRPr sz="1600">
              <a:solidFill>
                <a:schemeClr val="dk1"/>
              </a:solidFill>
            </a:endParaRPr>
          </a:p>
          <a:p>
            <a:pPr indent="0" lvl="0" marL="0" rtl="0" algn="l">
              <a:lnSpc>
                <a:spcPct val="115000"/>
              </a:lnSpc>
              <a:spcBef>
                <a:spcPts val="0"/>
              </a:spcBef>
              <a:spcAft>
                <a:spcPts val="1200"/>
              </a:spcAft>
              <a:buSzPts val="1800"/>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9"/>
          <p:cNvSpPr txBox="1"/>
          <p:nvPr>
            <p:ph type="title"/>
          </p:nvPr>
        </p:nvSpPr>
        <p:spPr>
          <a:xfrm>
            <a:off x="311700" y="521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 else if - else Multiple Selection Statements</a:t>
            </a:r>
            <a:endParaRPr/>
          </a:p>
        </p:txBody>
      </p:sp>
      <p:sp>
        <p:nvSpPr>
          <p:cNvPr id="194" name="Google Shape;194;p9"/>
          <p:cNvSpPr txBox="1"/>
          <p:nvPr>
            <p:ph idx="1" type="body"/>
          </p:nvPr>
        </p:nvSpPr>
        <p:spPr>
          <a:xfrm>
            <a:off x="311700" y="1152475"/>
            <a:ext cx="8365500" cy="2480100"/>
          </a:xfrm>
          <a:prstGeom prst="rect">
            <a:avLst/>
          </a:prstGeom>
          <a:noFill/>
          <a:ln>
            <a:noFill/>
          </a:ln>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Follows top down approach.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There can be multiple else if conditions.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else if and else cannot exist without if condition.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Only the first True conditional block executed. Following conditions are not checked.</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of elif/ else</a:t>
            </a:r>
            <a:r>
              <a:rPr lang="en" sz="1600">
                <a:solidFill>
                  <a:schemeClr val="dk1"/>
                </a:solidFill>
              </a:rPr>
              <a:t>: Evaluating other conditions after if statement.</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 else if - else Multiple Selection Statements (Contd)</a:t>
            </a:r>
            <a:endParaRPr/>
          </a:p>
        </p:txBody>
      </p:sp>
      <p:sp>
        <p:nvSpPr>
          <p:cNvPr id="200" name="Google Shape;200;p10"/>
          <p:cNvSpPr txBox="1"/>
          <p:nvPr/>
        </p:nvSpPr>
        <p:spPr>
          <a:xfrm>
            <a:off x="4939275" y="1386825"/>
            <a:ext cx="3964200" cy="31092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45700" spcFirstLastPara="1" rIns="18275" wrap="square" tIns="91425">
            <a:spAutoFit/>
          </a:bodyPr>
          <a:lstStyle/>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latin typeface="Courier New"/>
                <a:ea typeface="Courier New"/>
                <a:cs typeface="Courier New"/>
                <a:sym typeface="Courier New"/>
              </a:rPr>
              <a:t>class</a:t>
            </a:r>
            <a:r>
              <a:rPr b="0" i="0" lang="en" sz="1000" u="none" cap="none" strike="noStrike">
                <a:solidFill>
                  <a:srgbClr val="000000"/>
                </a:solidFill>
                <a:latin typeface="Courier New"/>
                <a:ea typeface="Courier New"/>
                <a:cs typeface="Courier New"/>
                <a:sym typeface="Courier New"/>
              </a:rPr>
              <a:t> MultiBranching {</a:t>
            </a:r>
            <a:endParaRPr b="0" i="0" sz="1000" u="none" cap="none" strike="noStrike">
              <a:solidFill>
                <a:schemeClr val="dk1"/>
              </a:solidFill>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latin typeface="Courier New"/>
                <a:ea typeface="Courier New"/>
                <a:cs typeface="Courier New"/>
                <a:sym typeface="Courier New"/>
              </a:rPr>
              <a:t>   public</a:t>
            </a:r>
            <a:r>
              <a:rPr b="0" i="0" lang="en" sz="1000" u="none" cap="none" strike="noStrike">
                <a:solidFill>
                  <a:srgbClr val="000000"/>
                </a:solidFill>
                <a:latin typeface="Courier New"/>
                <a:ea typeface="Courier New"/>
                <a:cs typeface="Courier New"/>
                <a:sym typeface="Courier New"/>
              </a:rPr>
              <a:t> </a:t>
            </a:r>
            <a:r>
              <a:rPr b="0" i="0" lang="en" sz="1000" u="none" cap="none" strike="noStrike">
                <a:solidFill>
                  <a:srgbClr val="0000FF"/>
                </a:solidFill>
                <a:latin typeface="Courier New"/>
                <a:ea typeface="Courier New"/>
                <a:cs typeface="Courier New"/>
                <a:sym typeface="Courier New"/>
              </a:rPr>
              <a:t>static</a:t>
            </a:r>
            <a:r>
              <a:rPr b="0" i="0" lang="en" sz="1000" u="none" cap="none" strike="noStrike">
                <a:solidFill>
                  <a:srgbClr val="000000"/>
                </a:solidFill>
                <a:latin typeface="Courier New"/>
                <a:ea typeface="Courier New"/>
                <a:cs typeface="Courier New"/>
                <a:sym typeface="Courier New"/>
              </a:rPr>
              <a:t> void main (String[] args)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00FF"/>
                </a:solidFill>
                <a:highlight>
                  <a:schemeClr val="lt2"/>
                </a:highlight>
                <a:latin typeface="Courier New"/>
                <a:ea typeface="Courier New"/>
                <a:cs typeface="Courier New"/>
                <a:sym typeface="Courier New"/>
              </a:rPr>
              <a:t>if</a:t>
            </a:r>
            <a:r>
              <a:rPr b="0" i="0" lang="en" sz="1000" u="none" cap="none" strike="noStrike">
                <a:solidFill>
                  <a:srgbClr val="000000"/>
                </a:solidFill>
                <a:highlight>
                  <a:schemeClr val="lt2"/>
                </a:highlight>
                <a:latin typeface="Courier New"/>
                <a:ea typeface="Courier New"/>
                <a:cs typeface="Courier New"/>
                <a:sym typeface="Courier New"/>
              </a:rPr>
              <a:t> (condition)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0000"/>
                </a:solidFill>
                <a:highlight>
                  <a:srgbClr val="FFFF00"/>
                </a:highlight>
                <a:latin typeface="Courier New"/>
                <a:ea typeface="Courier New"/>
                <a:cs typeface="Courier New"/>
                <a:sym typeface="Courier New"/>
              </a:rPr>
              <a:t>if condition block</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28FF"/>
                </a:solidFill>
                <a:highlight>
                  <a:schemeClr val="lt2"/>
                </a:highlight>
                <a:latin typeface="Courier New"/>
                <a:ea typeface="Courier New"/>
                <a:cs typeface="Courier New"/>
                <a:sym typeface="Courier New"/>
              </a:rPr>
              <a:t>else if </a:t>
            </a:r>
            <a:r>
              <a:rPr b="0" i="0" lang="en" sz="1000" u="none" cap="none" strike="noStrike">
                <a:solidFill>
                  <a:schemeClr val="dk1"/>
                </a:solidFill>
                <a:highlight>
                  <a:schemeClr val="lt2"/>
                </a:highlight>
                <a:latin typeface="Courier New"/>
                <a:ea typeface="Courier New"/>
                <a:cs typeface="Courier New"/>
                <a:sym typeface="Courier New"/>
              </a:rPr>
              <a:t>(condition)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r>
              <a:rPr b="0" i="0" lang="en" sz="1000" u="none" cap="none" strike="noStrike">
                <a:solidFill>
                  <a:schemeClr val="dk1"/>
                </a:solidFill>
                <a:highlight>
                  <a:srgbClr val="FFFD00"/>
                </a:highlight>
                <a:latin typeface="Courier New"/>
                <a:ea typeface="Courier New"/>
                <a:cs typeface="Courier New"/>
                <a:sym typeface="Courier New"/>
              </a:rPr>
              <a:t>else if condition block</a:t>
            </a: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28FF"/>
                </a:solidFill>
                <a:highlight>
                  <a:schemeClr val="lt2"/>
                </a:highlight>
                <a:latin typeface="Courier New"/>
                <a:ea typeface="Courier New"/>
                <a:cs typeface="Courier New"/>
                <a:sym typeface="Courier New"/>
              </a:rPr>
              <a:t>else </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0000"/>
                </a:solidFill>
                <a:highlight>
                  <a:srgbClr val="FFFD00"/>
                </a:highlight>
                <a:latin typeface="Courier New"/>
                <a:ea typeface="Courier New"/>
                <a:cs typeface="Courier New"/>
                <a:sym typeface="Courier New"/>
              </a:rPr>
              <a:t>else condition block</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latin typeface="Courier New"/>
                <a:ea typeface="Courier New"/>
                <a:cs typeface="Courier New"/>
                <a:sym typeface="Courier New"/>
              </a:rPr>
              <a:t>    </a:t>
            </a:r>
            <a:r>
              <a:rPr b="0" i="0" lang="en" sz="1000" u="none" cap="none" strike="noStrike">
                <a:solidFill>
                  <a:srgbClr val="000000"/>
                </a:solidFill>
                <a:latin typeface="Courier New"/>
                <a:ea typeface="Courier New"/>
                <a:cs typeface="Courier New"/>
                <a:sym typeface="Courier New"/>
              </a:rPr>
              <a:t>}</a:t>
            </a:r>
            <a:endParaRPr b="0" i="0" sz="1000" u="none" cap="none" strike="noStrike">
              <a:solidFill>
                <a:srgbClr val="000000"/>
              </a:solidFill>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latin typeface="Courier New"/>
                <a:ea typeface="Courier New"/>
                <a:cs typeface="Courier New"/>
                <a:sym typeface="Courier New"/>
              </a:rPr>
              <a:t>}</a:t>
            </a:r>
            <a:endParaRPr b="0" i="0" sz="1000" u="none" cap="none" strike="noStrike">
              <a:solidFill>
                <a:srgbClr val="000000"/>
              </a:solidFill>
              <a:latin typeface="Courier New"/>
              <a:ea typeface="Courier New"/>
              <a:cs typeface="Courier New"/>
              <a:sym typeface="Courier New"/>
            </a:endParaRPr>
          </a:p>
        </p:txBody>
      </p:sp>
      <p:sp>
        <p:nvSpPr>
          <p:cNvPr id="201" name="Google Shape;201;p10"/>
          <p:cNvSpPr/>
          <p:nvPr/>
        </p:nvSpPr>
        <p:spPr>
          <a:xfrm>
            <a:off x="1271875" y="1220900"/>
            <a:ext cx="80654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START</a:t>
            </a:r>
            <a:endParaRPr b="0" i="0" sz="1200" u="none" cap="none" strike="noStrike">
              <a:solidFill>
                <a:srgbClr val="000000"/>
              </a:solidFill>
              <a:latin typeface="Arial"/>
              <a:ea typeface="Arial"/>
              <a:cs typeface="Arial"/>
              <a:sym typeface="Arial"/>
            </a:endParaRPr>
          </a:p>
        </p:txBody>
      </p:sp>
      <p:sp>
        <p:nvSpPr>
          <p:cNvPr id="202" name="Google Shape;202;p10"/>
          <p:cNvSpPr/>
          <p:nvPr/>
        </p:nvSpPr>
        <p:spPr>
          <a:xfrm>
            <a:off x="2784025" y="449602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p:txBody>
      </p:sp>
      <p:sp>
        <p:nvSpPr>
          <p:cNvPr id="203" name="Google Shape;203;p10"/>
          <p:cNvSpPr/>
          <p:nvPr/>
        </p:nvSpPr>
        <p:spPr>
          <a:xfrm>
            <a:off x="847950" y="1672950"/>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condition</a:t>
            </a:r>
            <a:endParaRPr b="0" i="0" sz="1200" u="none" cap="none" strike="noStrike">
              <a:solidFill>
                <a:srgbClr val="000000"/>
              </a:solidFill>
              <a:latin typeface="Arial"/>
              <a:ea typeface="Arial"/>
              <a:cs typeface="Arial"/>
              <a:sym typeface="Arial"/>
            </a:endParaRPr>
          </a:p>
        </p:txBody>
      </p:sp>
      <p:cxnSp>
        <p:nvCxnSpPr>
          <p:cNvPr id="204" name="Google Shape;204;p10"/>
          <p:cNvCxnSpPr>
            <a:stCxn id="201" idx="2"/>
            <a:endCxn id="203" idx="0"/>
          </p:cNvCxnSpPr>
          <p:nvPr/>
        </p:nvCxnSpPr>
        <p:spPr>
          <a:xfrm>
            <a:off x="1675147" y="1496894"/>
            <a:ext cx="8700" cy="176100"/>
          </a:xfrm>
          <a:prstGeom prst="straightConnector1">
            <a:avLst/>
          </a:prstGeom>
          <a:noFill/>
          <a:ln cap="flat" cmpd="sng" w="9525">
            <a:solidFill>
              <a:schemeClr val="dk2"/>
            </a:solidFill>
            <a:prstDash val="solid"/>
            <a:round/>
            <a:headEnd len="sm" w="sm" type="none"/>
            <a:tailEnd len="med" w="med" type="triangle"/>
          </a:ln>
        </p:spPr>
      </p:cxnSp>
      <p:sp>
        <p:nvSpPr>
          <p:cNvPr id="205" name="Google Shape;205;p10"/>
          <p:cNvSpPr txBox="1"/>
          <p:nvPr/>
        </p:nvSpPr>
        <p:spPr>
          <a:xfrm>
            <a:off x="1136200" y="2292437"/>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FALSE</a:t>
            </a:r>
            <a:endParaRPr b="1" i="0" sz="900" u="none" cap="none" strike="noStrike">
              <a:solidFill>
                <a:srgbClr val="000000"/>
              </a:solidFill>
              <a:latin typeface="Arial"/>
              <a:ea typeface="Arial"/>
              <a:cs typeface="Arial"/>
              <a:sym typeface="Arial"/>
            </a:endParaRPr>
          </a:p>
        </p:txBody>
      </p:sp>
      <p:sp>
        <p:nvSpPr>
          <p:cNvPr id="206" name="Google Shape;206;p10"/>
          <p:cNvSpPr/>
          <p:nvPr/>
        </p:nvSpPr>
        <p:spPr>
          <a:xfrm>
            <a:off x="3621800" y="2241600"/>
            <a:ext cx="10182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block / scope</a:t>
            </a:r>
            <a:endParaRPr b="0" i="0" sz="1200" u="none" cap="none" strike="noStrike">
              <a:solidFill>
                <a:srgbClr val="000000"/>
              </a:solidFill>
              <a:latin typeface="Arial"/>
              <a:ea typeface="Arial"/>
              <a:cs typeface="Arial"/>
              <a:sym typeface="Arial"/>
            </a:endParaRPr>
          </a:p>
        </p:txBody>
      </p:sp>
      <p:sp>
        <p:nvSpPr>
          <p:cNvPr id="207" name="Google Shape;207;p10"/>
          <p:cNvSpPr/>
          <p:nvPr/>
        </p:nvSpPr>
        <p:spPr>
          <a:xfrm>
            <a:off x="839200" y="2632275"/>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else if condition</a:t>
            </a:r>
            <a:endParaRPr b="0" i="0" sz="1200" u="none" cap="none" strike="noStrike">
              <a:solidFill>
                <a:srgbClr val="000000"/>
              </a:solidFill>
              <a:latin typeface="Arial"/>
              <a:ea typeface="Arial"/>
              <a:cs typeface="Arial"/>
              <a:sym typeface="Arial"/>
            </a:endParaRPr>
          </a:p>
        </p:txBody>
      </p:sp>
      <p:sp>
        <p:nvSpPr>
          <p:cNvPr id="208" name="Google Shape;208;p10"/>
          <p:cNvSpPr txBox="1"/>
          <p:nvPr/>
        </p:nvSpPr>
        <p:spPr>
          <a:xfrm>
            <a:off x="2563288" y="2666866"/>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TRUE</a:t>
            </a:r>
            <a:endParaRPr b="1" i="0" sz="900" u="none" cap="none" strike="noStrike">
              <a:solidFill>
                <a:srgbClr val="000000"/>
              </a:solidFill>
              <a:latin typeface="Arial"/>
              <a:ea typeface="Arial"/>
              <a:cs typeface="Arial"/>
              <a:sym typeface="Arial"/>
            </a:endParaRPr>
          </a:p>
        </p:txBody>
      </p:sp>
      <p:sp>
        <p:nvSpPr>
          <p:cNvPr id="209" name="Google Shape;209;p10"/>
          <p:cNvSpPr/>
          <p:nvPr/>
        </p:nvSpPr>
        <p:spPr>
          <a:xfrm>
            <a:off x="2622475" y="3113613"/>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else if block/scope</a:t>
            </a:r>
            <a:endParaRPr b="0" i="0" sz="1200" u="none" cap="none" strike="noStrike">
              <a:solidFill>
                <a:srgbClr val="000000"/>
              </a:solidFill>
              <a:latin typeface="Arial"/>
              <a:ea typeface="Arial"/>
              <a:cs typeface="Arial"/>
              <a:sym typeface="Arial"/>
            </a:endParaRPr>
          </a:p>
        </p:txBody>
      </p:sp>
      <p:sp>
        <p:nvSpPr>
          <p:cNvPr id="210" name="Google Shape;210;p10"/>
          <p:cNvSpPr/>
          <p:nvPr/>
        </p:nvSpPr>
        <p:spPr>
          <a:xfrm>
            <a:off x="1073200" y="3776375"/>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else block / scope</a:t>
            </a:r>
            <a:endParaRPr b="0" i="0" sz="1200" u="none" cap="none" strike="noStrike">
              <a:solidFill>
                <a:srgbClr val="000000"/>
              </a:solidFill>
              <a:latin typeface="Arial"/>
              <a:ea typeface="Arial"/>
              <a:cs typeface="Arial"/>
              <a:sym typeface="Arial"/>
            </a:endParaRPr>
          </a:p>
        </p:txBody>
      </p:sp>
      <p:cxnSp>
        <p:nvCxnSpPr>
          <p:cNvPr id="211" name="Google Shape;211;p10"/>
          <p:cNvCxnSpPr>
            <a:stCxn id="203" idx="2"/>
            <a:endCxn id="207" idx="0"/>
          </p:cNvCxnSpPr>
          <p:nvPr/>
        </p:nvCxnSpPr>
        <p:spPr>
          <a:xfrm flipH="1">
            <a:off x="1675200" y="2291250"/>
            <a:ext cx="8700" cy="341100"/>
          </a:xfrm>
          <a:prstGeom prst="straightConnector1">
            <a:avLst/>
          </a:prstGeom>
          <a:noFill/>
          <a:ln cap="flat" cmpd="sng" w="9525">
            <a:solidFill>
              <a:schemeClr val="dk2"/>
            </a:solidFill>
            <a:prstDash val="solid"/>
            <a:round/>
            <a:headEnd len="sm" w="sm" type="none"/>
            <a:tailEnd len="med" w="med" type="triangle"/>
          </a:ln>
        </p:spPr>
      </p:cxnSp>
      <p:cxnSp>
        <p:nvCxnSpPr>
          <p:cNvPr id="212" name="Google Shape;212;p10"/>
          <p:cNvCxnSpPr>
            <a:stCxn id="207" idx="2"/>
            <a:endCxn id="210" idx="0"/>
          </p:cNvCxnSpPr>
          <p:nvPr/>
        </p:nvCxnSpPr>
        <p:spPr>
          <a:xfrm>
            <a:off x="1675150" y="3250575"/>
            <a:ext cx="0" cy="525900"/>
          </a:xfrm>
          <a:prstGeom prst="straightConnector1">
            <a:avLst/>
          </a:prstGeom>
          <a:noFill/>
          <a:ln cap="flat" cmpd="sng" w="9525">
            <a:solidFill>
              <a:schemeClr val="dk2"/>
            </a:solidFill>
            <a:prstDash val="solid"/>
            <a:round/>
            <a:headEnd len="sm" w="sm" type="none"/>
            <a:tailEnd len="med" w="med" type="triangle"/>
          </a:ln>
        </p:spPr>
      </p:cxnSp>
      <p:cxnSp>
        <p:nvCxnSpPr>
          <p:cNvPr id="213" name="Google Shape;213;p10"/>
          <p:cNvCxnSpPr>
            <a:stCxn id="203" idx="3"/>
            <a:endCxn id="206" idx="1"/>
          </p:cNvCxnSpPr>
          <p:nvPr/>
        </p:nvCxnSpPr>
        <p:spPr>
          <a:xfrm>
            <a:off x="2519850" y="1982100"/>
            <a:ext cx="1663500" cy="259500"/>
          </a:xfrm>
          <a:prstGeom prst="bentConnector2">
            <a:avLst/>
          </a:prstGeom>
          <a:noFill/>
          <a:ln cap="flat" cmpd="sng" w="9525">
            <a:solidFill>
              <a:schemeClr val="dk2"/>
            </a:solidFill>
            <a:prstDash val="solid"/>
            <a:round/>
            <a:headEnd len="sm" w="sm" type="none"/>
            <a:tailEnd len="med" w="med" type="triangle"/>
          </a:ln>
        </p:spPr>
      </p:cxnSp>
      <p:cxnSp>
        <p:nvCxnSpPr>
          <p:cNvPr id="214" name="Google Shape;214;p10"/>
          <p:cNvCxnSpPr>
            <a:stCxn id="207" idx="3"/>
            <a:endCxn id="209" idx="1"/>
          </p:cNvCxnSpPr>
          <p:nvPr/>
        </p:nvCxnSpPr>
        <p:spPr>
          <a:xfrm>
            <a:off x="2511100" y="2941425"/>
            <a:ext cx="765600" cy="172200"/>
          </a:xfrm>
          <a:prstGeom prst="bentConnector2">
            <a:avLst/>
          </a:prstGeom>
          <a:noFill/>
          <a:ln cap="flat" cmpd="sng" w="9525">
            <a:solidFill>
              <a:schemeClr val="dk2"/>
            </a:solidFill>
            <a:prstDash val="solid"/>
            <a:round/>
            <a:headEnd len="sm" w="sm" type="none"/>
            <a:tailEnd len="med" w="med" type="triangle"/>
          </a:ln>
        </p:spPr>
      </p:cxnSp>
      <p:sp>
        <p:nvSpPr>
          <p:cNvPr id="215" name="Google Shape;215;p10"/>
          <p:cNvSpPr/>
          <p:nvPr/>
        </p:nvSpPr>
        <p:spPr>
          <a:xfrm>
            <a:off x="3034678" y="3813450"/>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6" name="Google Shape;216;p10"/>
          <p:cNvCxnSpPr>
            <a:stCxn id="210" idx="2"/>
            <a:endCxn id="215" idx="2"/>
          </p:cNvCxnSpPr>
          <p:nvPr/>
        </p:nvCxnSpPr>
        <p:spPr>
          <a:xfrm flipH="1" rot="10800000">
            <a:off x="2224788" y="3982625"/>
            <a:ext cx="810000" cy="3000"/>
          </a:xfrm>
          <a:prstGeom prst="straightConnector1">
            <a:avLst/>
          </a:prstGeom>
          <a:noFill/>
          <a:ln cap="flat" cmpd="sng" w="9525">
            <a:solidFill>
              <a:schemeClr val="dk2"/>
            </a:solidFill>
            <a:prstDash val="solid"/>
            <a:round/>
            <a:headEnd len="sm" w="sm" type="none"/>
            <a:tailEnd len="med" w="med" type="triangle"/>
          </a:ln>
        </p:spPr>
      </p:cxnSp>
      <p:cxnSp>
        <p:nvCxnSpPr>
          <p:cNvPr id="217" name="Google Shape;217;p10"/>
          <p:cNvCxnSpPr>
            <a:stCxn id="209" idx="4"/>
            <a:endCxn id="215" idx="0"/>
          </p:cNvCxnSpPr>
          <p:nvPr/>
        </p:nvCxnSpPr>
        <p:spPr>
          <a:xfrm>
            <a:off x="3224425" y="3532113"/>
            <a:ext cx="0" cy="281400"/>
          </a:xfrm>
          <a:prstGeom prst="straightConnector1">
            <a:avLst/>
          </a:prstGeom>
          <a:noFill/>
          <a:ln cap="flat" cmpd="sng" w="9525">
            <a:solidFill>
              <a:schemeClr val="dk2"/>
            </a:solidFill>
            <a:prstDash val="solid"/>
            <a:round/>
            <a:headEnd len="sm" w="sm" type="none"/>
            <a:tailEnd len="med" w="med" type="triangle"/>
          </a:ln>
        </p:spPr>
      </p:cxnSp>
      <p:cxnSp>
        <p:nvCxnSpPr>
          <p:cNvPr id="218" name="Google Shape;218;p10"/>
          <p:cNvCxnSpPr>
            <a:stCxn id="206" idx="4"/>
            <a:endCxn id="215" idx="6"/>
          </p:cNvCxnSpPr>
          <p:nvPr/>
        </p:nvCxnSpPr>
        <p:spPr>
          <a:xfrm rot="5400000">
            <a:off x="3111350" y="2962950"/>
            <a:ext cx="1322400" cy="716700"/>
          </a:xfrm>
          <a:prstGeom prst="bentConnector2">
            <a:avLst/>
          </a:prstGeom>
          <a:noFill/>
          <a:ln cap="flat" cmpd="sng" w="9525">
            <a:solidFill>
              <a:schemeClr val="dk2"/>
            </a:solidFill>
            <a:prstDash val="solid"/>
            <a:round/>
            <a:headEnd len="sm" w="sm" type="none"/>
            <a:tailEnd len="med" w="med" type="triangle"/>
          </a:ln>
        </p:spPr>
      </p:cxnSp>
      <p:cxnSp>
        <p:nvCxnSpPr>
          <p:cNvPr id="219" name="Google Shape;219;p10"/>
          <p:cNvCxnSpPr>
            <a:stCxn id="215" idx="4"/>
            <a:endCxn id="202" idx="0"/>
          </p:cNvCxnSpPr>
          <p:nvPr/>
        </p:nvCxnSpPr>
        <p:spPr>
          <a:xfrm>
            <a:off x="3224428" y="4151550"/>
            <a:ext cx="0" cy="344400"/>
          </a:xfrm>
          <a:prstGeom prst="straightConnector1">
            <a:avLst/>
          </a:prstGeom>
          <a:noFill/>
          <a:ln cap="flat" cmpd="sng" w="9525">
            <a:solidFill>
              <a:schemeClr val="dk2"/>
            </a:solidFill>
            <a:prstDash val="solid"/>
            <a:round/>
            <a:headEnd len="sm" w="sm" type="none"/>
            <a:tailEnd len="med" w="med" type="triangle"/>
          </a:ln>
        </p:spPr>
      </p:cxnSp>
      <p:sp>
        <p:nvSpPr>
          <p:cNvPr id="220" name="Google Shape;220;p10"/>
          <p:cNvSpPr txBox="1"/>
          <p:nvPr/>
        </p:nvSpPr>
        <p:spPr>
          <a:xfrm>
            <a:off x="1136190" y="3344116"/>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FALSE</a:t>
            </a:r>
            <a:endParaRPr b="1" i="0" sz="900" u="none" cap="none" strike="noStrike">
              <a:solidFill>
                <a:srgbClr val="000000"/>
              </a:solidFill>
              <a:latin typeface="Arial"/>
              <a:ea typeface="Arial"/>
              <a:cs typeface="Arial"/>
              <a:sym typeface="Arial"/>
            </a:endParaRPr>
          </a:p>
        </p:txBody>
      </p:sp>
      <p:sp>
        <p:nvSpPr>
          <p:cNvPr id="221" name="Google Shape;221;p10"/>
          <p:cNvSpPr txBox="1"/>
          <p:nvPr/>
        </p:nvSpPr>
        <p:spPr>
          <a:xfrm>
            <a:off x="2622463" y="1672941"/>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TRUE</a:t>
            </a:r>
            <a:endParaRPr b="1" i="0" sz="9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1"/>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if - else if - else Multiple Selection Statements (Contd)</a:t>
            </a:r>
            <a:endParaRPr/>
          </a:p>
        </p:txBody>
      </p:sp>
      <p:sp>
        <p:nvSpPr>
          <p:cNvPr id="227" name="Google Shape;227;p11"/>
          <p:cNvSpPr txBox="1"/>
          <p:nvPr/>
        </p:nvSpPr>
        <p:spPr>
          <a:xfrm>
            <a:off x="4742650" y="1941975"/>
            <a:ext cx="4251000" cy="24858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latin typeface="Courier New"/>
                <a:ea typeface="Courier New"/>
                <a:cs typeface="Courier New"/>
                <a:sym typeface="Courier New"/>
              </a:rPr>
              <a:t>int num = -5;</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highlight>
                  <a:schemeClr val="lt2"/>
                </a:highlight>
                <a:latin typeface="Courier New"/>
                <a:ea typeface="Courier New"/>
                <a:cs typeface="Courier New"/>
                <a:sym typeface="Courier New"/>
              </a:rPr>
              <a:t>if</a:t>
            </a:r>
            <a:r>
              <a:rPr b="0" i="0" lang="en" sz="1000" u="none" cap="none" strike="noStrike">
                <a:solidFill>
                  <a:srgbClr val="000000"/>
                </a:solidFill>
                <a:highlight>
                  <a:schemeClr val="lt2"/>
                </a:highlight>
                <a:latin typeface="Courier New"/>
                <a:ea typeface="Courier New"/>
                <a:cs typeface="Courier New"/>
                <a:sym typeface="Courier New"/>
              </a:rPr>
              <a:t> (num &gt; 0)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100" u="none" cap="none" strike="noStrike">
                <a:solidFill>
                  <a:schemeClr val="dk1"/>
                </a:solidFill>
                <a:highlight>
                  <a:schemeClr val="lt2"/>
                </a:highlight>
                <a:latin typeface="Courier New"/>
                <a:ea typeface="Courier New"/>
                <a:cs typeface="Courier New"/>
                <a:sym typeface="Courier New"/>
              </a:rPr>
              <a:t>System.out.println(</a:t>
            </a:r>
            <a:r>
              <a:rPr b="0" i="0" lang="en" sz="1100" u="none" cap="none" strike="noStrike">
                <a:solidFill>
                  <a:srgbClr val="38761D"/>
                </a:solidFill>
                <a:highlight>
                  <a:schemeClr val="lt2"/>
                </a:highlight>
                <a:latin typeface="Courier New"/>
                <a:ea typeface="Courier New"/>
                <a:cs typeface="Courier New"/>
                <a:sym typeface="Courier New"/>
              </a:rPr>
              <a:t>"Positive"</a:t>
            </a:r>
            <a:r>
              <a:rPr b="0" i="0" lang="en" sz="11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28FF"/>
                </a:solidFill>
                <a:highlight>
                  <a:schemeClr val="lt2"/>
                </a:highlight>
                <a:latin typeface="Courier New"/>
                <a:ea typeface="Courier New"/>
                <a:cs typeface="Courier New"/>
                <a:sym typeface="Courier New"/>
              </a:rPr>
              <a:t>else if </a:t>
            </a:r>
            <a:r>
              <a:rPr b="0" i="0" lang="en" sz="1000" u="none" cap="none" strike="noStrike">
                <a:solidFill>
                  <a:schemeClr val="dk1"/>
                </a:solidFill>
                <a:highlight>
                  <a:schemeClr val="lt2"/>
                </a:highlight>
                <a:latin typeface="Courier New"/>
                <a:ea typeface="Courier New"/>
                <a:cs typeface="Courier New"/>
                <a:sym typeface="Courier New"/>
              </a:rPr>
              <a:t>(num &lt; 0)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r>
              <a:rPr b="0" i="0" lang="en" sz="1100" u="none" cap="none" strike="noStrike">
                <a:solidFill>
                  <a:schemeClr val="dk1"/>
                </a:solidFill>
                <a:highlight>
                  <a:schemeClr val="lt2"/>
                </a:highlight>
                <a:latin typeface="Courier New"/>
                <a:ea typeface="Courier New"/>
                <a:cs typeface="Courier New"/>
                <a:sym typeface="Courier New"/>
              </a:rPr>
              <a:t>System.out.println(</a:t>
            </a:r>
            <a:r>
              <a:rPr b="0" i="0" lang="en" sz="1100" u="none" cap="none" strike="noStrike">
                <a:solidFill>
                  <a:srgbClr val="38761D"/>
                </a:solidFill>
                <a:highlight>
                  <a:schemeClr val="lt2"/>
                </a:highlight>
                <a:latin typeface="Courier New"/>
                <a:ea typeface="Courier New"/>
                <a:cs typeface="Courier New"/>
                <a:sym typeface="Courier New"/>
              </a:rPr>
              <a:t>"Negative"</a:t>
            </a:r>
            <a:r>
              <a:rPr b="0" i="0" lang="en" sz="11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28FF"/>
                </a:solidFill>
                <a:highlight>
                  <a:schemeClr val="lt2"/>
                </a:highlight>
                <a:latin typeface="Courier New"/>
                <a:ea typeface="Courier New"/>
                <a:cs typeface="Courier New"/>
                <a:sym typeface="Courier New"/>
              </a:rPr>
              <a:t>else </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100" u="none" cap="none" strike="noStrike">
                <a:solidFill>
                  <a:schemeClr val="dk1"/>
                </a:solidFill>
                <a:highlight>
                  <a:schemeClr val="lt2"/>
                </a:highlight>
                <a:latin typeface="Courier New"/>
                <a:ea typeface="Courier New"/>
                <a:cs typeface="Courier New"/>
                <a:sym typeface="Courier New"/>
              </a:rPr>
              <a:t>    System.out.println(</a:t>
            </a:r>
            <a:r>
              <a:rPr b="0" i="0" lang="en" sz="1100" u="none" cap="none" strike="noStrike">
                <a:solidFill>
                  <a:srgbClr val="38761D"/>
                </a:solidFill>
                <a:highlight>
                  <a:schemeClr val="lt2"/>
                </a:highlight>
                <a:latin typeface="Courier New"/>
                <a:ea typeface="Courier New"/>
                <a:cs typeface="Courier New"/>
                <a:sym typeface="Courier New"/>
              </a:rPr>
              <a:t>"Zero"</a:t>
            </a:r>
            <a:r>
              <a:rPr b="0" i="0" lang="en" sz="11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latin typeface="Courier New"/>
              <a:ea typeface="Courier New"/>
              <a:cs typeface="Courier New"/>
              <a:sym typeface="Courier New"/>
            </a:endParaRPr>
          </a:p>
        </p:txBody>
      </p:sp>
      <p:sp>
        <p:nvSpPr>
          <p:cNvPr id="228" name="Google Shape;228;p11"/>
          <p:cNvSpPr/>
          <p:nvPr/>
        </p:nvSpPr>
        <p:spPr>
          <a:xfrm>
            <a:off x="1019100" y="1568625"/>
            <a:ext cx="16806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 &gt; 0 </a:t>
            </a:r>
            <a:endParaRPr b="0" i="0" sz="1200" u="none" cap="none" strike="noStrike">
              <a:solidFill>
                <a:srgbClr val="000000"/>
              </a:solidFill>
              <a:latin typeface="Arial"/>
              <a:ea typeface="Arial"/>
              <a:cs typeface="Arial"/>
              <a:sym typeface="Arial"/>
            </a:endParaRPr>
          </a:p>
        </p:txBody>
      </p:sp>
      <p:cxnSp>
        <p:nvCxnSpPr>
          <p:cNvPr id="229" name="Google Shape;229;p11"/>
          <p:cNvCxnSpPr>
            <a:endCxn id="228" idx="0"/>
          </p:cNvCxnSpPr>
          <p:nvPr/>
        </p:nvCxnSpPr>
        <p:spPr>
          <a:xfrm>
            <a:off x="1859400" y="1277325"/>
            <a:ext cx="0" cy="291300"/>
          </a:xfrm>
          <a:prstGeom prst="straightConnector1">
            <a:avLst/>
          </a:prstGeom>
          <a:noFill/>
          <a:ln cap="flat" cmpd="sng" w="9525">
            <a:solidFill>
              <a:schemeClr val="dk2"/>
            </a:solidFill>
            <a:prstDash val="solid"/>
            <a:round/>
            <a:headEnd len="sm" w="sm" type="none"/>
            <a:tailEnd len="med" w="med" type="triangle"/>
          </a:ln>
        </p:spPr>
      </p:cxnSp>
      <p:sp>
        <p:nvSpPr>
          <p:cNvPr id="230" name="Google Shape;230;p11"/>
          <p:cNvSpPr txBox="1"/>
          <p:nvPr/>
        </p:nvSpPr>
        <p:spPr>
          <a:xfrm>
            <a:off x="2608550" y="2631925"/>
            <a:ext cx="5835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TRUE</a:t>
            </a:r>
            <a:endParaRPr b="1" i="0" sz="900" u="none" cap="none" strike="noStrike">
              <a:solidFill>
                <a:srgbClr val="000000"/>
              </a:solidFill>
              <a:latin typeface="Arial"/>
              <a:ea typeface="Arial"/>
              <a:cs typeface="Arial"/>
              <a:sym typeface="Arial"/>
            </a:endParaRPr>
          </a:p>
        </p:txBody>
      </p:sp>
      <p:sp>
        <p:nvSpPr>
          <p:cNvPr id="231" name="Google Shape;231;p11"/>
          <p:cNvSpPr txBox="1"/>
          <p:nvPr/>
        </p:nvSpPr>
        <p:spPr>
          <a:xfrm>
            <a:off x="1306953" y="3204391"/>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FALSE</a:t>
            </a:r>
            <a:endParaRPr b="1" i="0" sz="900" u="none" cap="none" strike="noStrike">
              <a:solidFill>
                <a:srgbClr val="000000"/>
              </a:solidFill>
              <a:latin typeface="Arial"/>
              <a:ea typeface="Arial"/>
              <a:cs typeface="Arial"/>
              <a:sym typeface="Arial"/>
            </a:endParaRPr>
          </a:p>
        </p:txBody>
      </p:sp>
      <p:sp>
        <p:nvSpPr>
          <p:cNvPr id="232" name="Google Shape;232;p11"/>
          <p:cNvSpPr txBox="1"/>
          <p:nvPr>
            <p:ph idx="1" type="body"/>
          </p:nvPr>
        </p:nvSpPr>
        <p:spPr>
          <a:xfrm>
            <a:off x="4742650" y="766550"/>
            <a:ext cx="4046700" cy="8682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1800"/>
              <a:buNone/>
            </a:pPr>
            <a:r>
              <a:rPr lang="en" sz="1400">
                <a:solidFill>
                  <a:schemeClr val="dk1"/>
                </a:solidFill>
              </a:rPr>
              <a:t>Check if a number is positive or negative or equal to 0.</a:t>
            </a:r>
            <a:endParaRPr sz="1400"/>
          </a:p>
        </p:txBody>
      </p:sp>
      <p:sp>
        <p:nvSpPr>
          <p:cNvPr id="233" name="Google Shape;233;p11"/>
          <p:cNvSpPr/>
          <p:nvPr/>
        </p:nvSpPr>
        <p:spPr>
          <a:xfrm>
            <a:off x="1019100" y="2631925"/>
            <a:ext cx="1680600" cy="594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else if </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num &lt; 0 </a:t>
            </a:r>
            <a:endParaRPr b="0" i="0" sz="1200" u="none" cap="none" strike="noStrike">
              <a:solidFill>
                <a:srgbClr val="000000"/>
              </a:solidFill>
              <a:latin typeface="Arial"/>
              <a:ea typeface="Arial"/>
              <a:cs typeface="Arial"/>
              <a:sym typeface="Arial"/>
            </a:endParaRPr>
          </a:p>
        </p:txBody>
      </p:sp>
      <p:cxnSp>
        <p:nvCxnSpPr>
          <p:cNvPr id="234" name="Google Shape;234;p11"/>
          <p:cNvCxnSpPr>
            <a:stCxn id="228" idx="2"/>
            <a:endCxn id="233" idx="0"/>
          </p:cNvCxnSpPr>
          <p:nvPr/>
        </p:nvCxnSpPr>
        <p:spPr>
          <a:xfrm>
            <a:off x="1859400" y="2141325"/>
            <a:ext cx="0" cy="490500"/>
          </a:xfrm>
          <a:prstGeom prst="straightConnector1">
            <a:avLst/>
          </a:prstGeom>
          <a:noFill/>
          <a:ln cap="flat" cmpd="sng" w="9525">
            <a:solidFill>
              <a:schemeClr val="dk2"/>
            </a:solidFill>
            <a:prstDash val="solid"/>
            <a:round/>
            <a:headEnd len="sm" w="sm" type="none"/>
            <a:tailEnd len="med" w="med" type="triangle"/>
          </a:ln>
        </p:spPr>
      </p:cxnSp>
      <p:sp>
        <p:nvSpPr>
          <p:cNvPr id="235" name="Google Shape;235;p11"/>
          <p:cNvSpPr/>
          <p:nvPr/>
        </p:nvSpPr>
        <p:spPr>
          <a:xfrm>
            <a:off x="3497575" y="2083125"/>
            <a:ext cx="11232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“Positive”</a:t>
            </a:r>
            <a:endParaRPr b="0" i="0" sz="1200" u="none" cap="none" strike="noStrike">
              <a:solidFill>
                <a:srgbClr val="000000"/>
              </a:solidFill>
              <a:latin typeface="Arial"/>
              <a:ea typeface="Arial"/>
              <a:cs typeface="Arial"/>
              <a:sym typeface="Arial"/>
            </a:endParaRPr>
          </a:p>
        </p:txBody>
      </p:sp>
      <p:cxnSp>
        <p:nvCxnSpPr>
          <p:cNvPr id="236" name="Google Shape;236;p11"/>
          <p:cNvCxnSpPr>
            <a:endCxn id="235" idx="0"/>
          </p:cNvCxnSpPr>
          <p:nvPr/>
        </p:nvCxnSpPr>
        <p:spPr>
          <a:xfrm flipH="1">
            <a:off x="4059175" y="1911525"/>
            <a:ext cx="2100" cy="171600"/>
          </a:xfrm>
          <a:prstGeom prst="straightConnector1">
            <a:avLst/>
          </a:prstGeom>
          <a:noFill/>
          <a:ln cap="flat" cmpd="sng" w="9525">
            <a:solidFill>
              <a:schemeClr val="dk2"/>
            </a:solidFill>
            <a:prstDash val="solid"/>
            <a:round/>
            <a:headEnd len="sm" w="sm" type="none"/>
            <a:tailEnd len="med" w="med" type="triangle"/>
          </a:ln>
        </p:spPr>
      </p:cxnSp>
      <p:cxnSp>
        <p:nvCxnSpPr>
          <p:cNvPr id="237" name="Google Shape;237;p11"/>
          <p:cNvCxnSpPr>
            <a:stCxn id="228" idx="3"/>
            <a:endCxn id="235" idx="0"/>
          </p:cNvCxnSpPr>
          <p:nvPr/>
        </p:nvCxnSpPr>
        <p:spPr>
          <a:xfrm>
            <a:off x="2699700" y="1854975"/>
            <a:ext cx="1359600" cy="228300"/>
          </a:xfrm>
          <a:prstGeom prst="bentConnector2">
            <a:avLst/>
          </a:prstGeom>
          <a:noFill/>
          <a:ln cap="flat" cmpd="sng" w="9525">
            <a:solidFill>
              <a:schemeClr val="dk2"/>
            </a:solidFill>
            <a:prstDash val="solid"/>
            <a:round/>
            <a:headEnd len="sm" w="sm" type="none"/>
            <a:tailEnd len="sm" w="sm" type="none"/>
          </a:ln>
        </p:spPr>
      </p:cxnSp>
      <p:sp>
        <p:nvSpPr>
          <p:cNvPr id="238" name="Google Shape;238;p11"/>
          <p:cNvSpPr/>
          <p:nvPr/>
        </p:nvSpPr>
        <p:spPr>
          <a:xfrm>
            <a:off x="2668000" y="3072925"/>
            <a:ext cx="11868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“Negative”</a:t>
            </a:r>
            <a:endParaRPr b="0" i="0" sz="1200" u="none" cap="none" strike="noStrike">
              <a:solidFill>
                <a:srgbClr val="000000"/>
              </a:solidFill>
              <a:latin typeface="Arial"/>
              <a:ea typeface="Arial"/>
              <a:cs typeface="Arial"/>
              <a:sym typeface="Arial"/>
            </a:endParaRPr>
          </a:p>
        </p:txBody>
      </p:sp>
      <p:cxnSp>
        <p:nvCxnSpPr>
          <p:cNvPr id="239" name="Google Shape;239;p11"/>
          <p:cNvCxnSpPr>
            <a:endCxn id="238" idx="0"/>
          </p:cNvCxnSpPr>
          <p:nvPr/>
        </p:nvCxnSpPr>
        <p:spPr>
          <a:xfrm flipH="1">
            <a:off x="3261400" y="2901325"/>
            <a:ext cx="2100" cy="171600"/>
          </a:xfrm>
          <a:prstGeom prst="straightConnector1">
            <a:avLst/>
          </a:prstGeom>
          <a:noFill/>
          <a:ln cap="flat" cmpd="sng" w="9525">
            <a:solidFill>
              <a:schemeClr val="dk2"/>
            </a:solidFill>
            <a:prstDash val="solid"/>
            <a:round/>
            <a:headEnd len="sm" w="sm" type="none"/>
            <a:tailEnd len="med" w="med" type="triangle"/>
          </a:ln>
        </p:spPr>
      </p:cxnSp>
      <p:cxnSp>
        <p:nvCxnSpPr>
          <p:cNvPr id="240" name="Google Shape;240;p11"/>
          <p:cNvCxnSpPr>
            <a:stCxn id="233" idx="3"/>
            <a:endCxn id="238" idx="0"/>
          </p:cNvCxnSpPr>
          <p:nvPr/>
        </p:nvCxnSpPr>
        <p:spPr>
          <a:xfrm>
            <a:off x="2699700" y="2929075"/>
            <a:ext cx="561600" cy="144000"/>
          </a:xfrm>
          <a:prstGeom prst="bentConnector2">
            <a:avLst/>
          </a:prstGeom>
          <a:noFill/>
          <a:ln cap="flat" cmpd="sng" w="9525">
            <a:solidFill>
              <a:schemeClr val="dk2"/>
            </a:solidFill>
            <a:prstDash val="solid"/>
            <a:round/>
            <a:headEnd len="sm" w="sm" type="none"/>
            <a:tailEnd len="sm" w="sm" type="none"/>
          </a:ln>
        </p:spPr>
      </p:cxnSp>
      <p:cxnSp>
        <p:nvCxnSpPr>
          <p:cNvPr id="241" name="Google Shape;241;p11"/>
          <p:cNvCxnSpPr>
            <a:stCxn id="233" idx="2"/>
            <a:endCxn id="242" idx="0"/>
          </p:cNvCxnSpPr>
          <p:nvPr/>
        </p:nvCxnSpPr>
        <p:spPr>
          <a:xfrm>
            <a:off x="1859400" y="3226225"/>
            <a:ext cx="0" cy="468900"/>
          </a:xfrm>
          <a:prstGeom prst="straightConnector1">
            <a:avLst/>
          </a:prstGeom>
          <a:noFill/>
          <a:ln cap="flat" cmpd="sng" w="9525">
            <a:solidFill>
              <a:schemeClr val="dk2"/>
            </a:solidFill>
            <a:prstDash val="solid"/>
            <a:round/>
            <a:headEnd len="sm" w="sm" type="none"/>
            <a:tailEnd len="med" w="med" type="triangle"/>
          </a:ln>
        </p:spPr>
      </p:cxnSp>
      <p:sp>
        <p:nvSpPr>
          <p:cNvPr id="242" name="Google Shape;242;p11"/>
          <p:cNvSpPr/>
          <p:nvPr/>
        </p:nvSpPr>
        <p:spPr>
          <a:xfrm>
            <a:off x="1322250" y="3695225"/>
            <a:ext cx="10743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print “Zero”</a:t>
            </a:r>
            <a:endParaRPr b="0" i="0" sz="1200" u="none" cap="none" strike="noStrike">
              <a:solidFill>
                <a:srgbClr val="000000"/>
              </a:solidFill>
              <a:latin typeface="Arial"/>
              <a:ea typeface="Arial"/>
              <a:cs typeface="Arial"/>
              <a:sym typeface="Arial"/>
            </a:endParaRPr>
          </a:p>
        </p:txBody>
      </p:sp>
      <p:sp>
        <p:nvSpPr>
          <p:cNvPr id="243" name="Google Shape;243;p11"/>
          <p:cNvSpPr/>
          <p:nvPr/>
        </p:nvSpPr>
        <p:spPr>
          <a:xfrm>
            <a:off x="3071653" y="3723263"/>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4" name="Google Shape;244;p11"/>
          <p:cNvCxnSpPr>
            <a:stCxn id="242" idx="2"/>
            <a:endCxn id="243" idx="2"/>
          </p:cNvCxnSpPr>
          <p:nvPr/>
        </p:nvCxnSpPr>
        <p:spPr>
          <a:xfrm>
            <a:off x="2347275" y="3892325"/>
            <a:ext cx="724500" cy="0"/>
          </a:xfrm>
          <a:prstGeom prst="straightConnector1">
            <a:avLst/>
          </a:prstGeom>
          <a:noFill/>
          <a:ln cap="flat" cmpd="sng" w="9525">
            <a:solidFill>
              <a:schemeClr val="dk2"/>
            </a:solidFill>
            <a:prstDash val="solid"/>
            <a:round/>
            <a:headEnd len="sm" w="sm" type="none"/>
            <a:tailEnd len="med" w="med" type="triangle"/>
          </a:ln>
        </p:spPr>
      </p:cxnSp>
      <p:cxnSp>
        <p:nvCxnSpPr>
          <p:cNvPr id="245" name="Google Shape;245;p11"/>
          <p:cNvCxnSpPr>
            <a:stCxn id="238" idx="4"/>
            <a:endCxn id="243" idx="0"/>
          </p:cNvCxnSpPr>
          <p:nvPr/>
        </p:nvCxnSpPr>
        <p:spPr>
          <a:xfrm>
            <a:off x="3261400" y="3467125"/>
            <a:ext cx="0" cy="256200"/>
          </a:xfrm>
          <a:prstGeom prst="straightConnector1">
            <a:avLst/>
          </a:prstGeom>
          <a:noFill/>
          <a:ln cap="flat" cmpd="sng" w="9525">
            <a:solidFill>
              <a:schemeClr val="dk2"/>
            </a:solidFill>
            <a:prstDash val="solid"/>
            <a:round/>
            <a:headEnd len="sm" w="sm" type="none"/>
            <a:tailEnd len="med" w="med" type="triangle"/>
          </a:ln>
        </p:spPr>
      </p:cxnSp>
      <p:cxnSp>
        <p:nvCxnSpPr>
          <p:cNvPr id="246" name="Google Shape;246;p11"/>
          <p:cNvCxnSpPr>
            <a:stCxn id="235" idx="4"/>
            <a:endCxn id="243" idx="6"/>
          </p:cNvCxnSpPr>
          <p:nvPr/>
        </p:nvCxnSpPr>
        <p:spPr>
          <a:xfrm rot="5400000">
            <a:off x="3047575" y="2880825"/>
            <a:ext cx="1415100" cy="608100"/>
          </a:xfrm>
          <a:prstGeom prst="bentConnector2">
            <a:avLst/>
          </a:prstGeom>
          <a:noFill/>
          <a:ln cap="flat" cmpd="sng" w="9525">
            <a:solidFill>
              <a:schemeClr val="dk2"/>
            </a:solidFill>
            <a:prstDash val="solid"/>
            <a:round/>
            <a:headEnd len="sm" w="sm" type="none"/>
            <a:tailEnd len="med" w="med" type="triangle"/>
          </a:ln>
        </p:spPr>
      </p:cxnSp>
      <p:sp>
        <p:nvSpPr>
          <p:cNvPr id="247" name="Google Shape;247;p11"/>
          <p:cNvSpPr/>
          <p:nvPr/>
        </p:nvSpPr>
        <p:spPr>
          <a:xfrm>
            <a:off x="2821000" y="445677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END</a:t>
            </a:r>
            <a:endParaRPr b="0" i="0" sz="1200" u="none" cap="none" strike="noStrike">
              <a:solidFill>
                <a:srgbClr val="000000"/>
              </a:solidFill>
              <a:latin typeface="Arial"/>
              <a:ea typeface="Arial"/>
              <a:cs typeface="Arial"/>
              <a:sym typeface="Arial"/>
            </a:endParaRPr>
          </a:p>
        </p:txBody>
      </p:sp>
      <p:cxnSp>
        <p:nvCxnSpPr>
          <p:cNvPr id="248" name="Google Shape;248;p11"/>
          <p:cNvCxnSpPr>
            <a:stCxn id="243" idx="4"/>
            <a:endCxn id="247" idx="0"/>
          </p:cNvCxnSpPr>
          <p:nvPr/>
        </p:nvCxnSpPr>
        <p:spPr>
          <a:xfrm>
            <a:off x="3261403" y="4061363"/>
            <a:ext cx="0" cy="395400"/>
          </a:xfrm>
          <a:prstGeom prst="straightConnector1">
            <a:avLst/>
          </a:prstGeom>
          <a:noFill/>
          <a:ln cap="flat" cmpd="sng" w="9525">
            <a:solidFill>
              <a:schemeClr val="dk2"/>
            </a:solidFill>
            <a:prstDash val="solid"/>
            <a:round/>
            <a:headEnd len="sm" w="sm" type="none"/>
            <a:tailEnd len="med" w="med" type="triangle"/>
          </a:ln>
        </p:spPr>
      </p:cxnSp>
      <p:sp>
        <p:nvSpPr>
          <p:cNvPr id="249" name="Google Shape;249;p11"/>
          <p:cNvSpPr txBox="1"/>
          <p:nvPr/>
        </p:nvSpPr>
        <p:spPr>
          <a:xfrm>
            <a:off x="2699788" y="1587078"/>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TRUE</a:t>
            </a:r>
            <a:endParaRPr b="1" i="0" sz="900" u="none" cap="none" strike="noStrike">
              <a:solidFill>
                <a:srgbClr val="000000"/>
              </a:solidFill>
              <a:latin typeface="Arial"/>
              <a:ea typeface="Arial"/>
              <a:cs typeface="Arial"/>
              <a:sym typeface="Arial"/>
            </a:endParaRPr>
          </a:p>
        </p:txBody>
      </p:sp>
      <p:sp>
        <p:nvSpPr>
          <p:cNvPr id="250" name="Google Shape;250;p11"/>
          <p:cNvSpPr txBox="1"/>
          <p:nvPr/>
        </p:nvSpPr>
        <p:spPr>
          <a:xfrm>
            <a:off x="1306953" y="2225066"/>
            <a:ext cx="661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00000"/>
                </a:solidFill>
                <a:latin typeface="Arial"/>
                <a:ea typeface="Arial"/>
                <a:cs typeface="Arial"/>
                <a:sym typeface="Arial"/>
              </a:rPr>
              <a:t>FALSE</a:t>
            </a:r>
            <a:endParaRPr b="1" i="0" sz="900" u="none" cap="none" strike="noStrike">
              <a:solidFill>
                <a:srgbClr val="000000"/>
              </a:solidFill>
              <a:latin typeface="Arial"/>
              <a:ea typeface="Arial"/>
              <a:cs typeface="Arial"/>
              <a:sym typeface="Arial"/>
            </a:endParaRPr>
          </a:p>
        </p:txBody>
      </p:sp>
      <p:sp>
        <p:nvSpPr>
          <p:cNvPr id="251" name="Google Shape;251;p11"/>
          <p:cNvSpPr/>
          <p:nvPr/>
        </p:nvSpPr>
        <p:spPr>
          <a:xfrm>
            <a:off x="1419000" y="1001450"/>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START</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2"/>
          <p:cNvSpPr txBox="1"/>
          <p:nvPr>
            <p:ph type="title"/>
          </p:nvPr>
        </p:nvSpPr>
        <p:spPr>
          <a:xfrm>
            <a:off x="311700" y="404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Nested Decision Making</a:t>
            </a:r>
            <a:endParaRPr/>
          </a:p>
        </p:txBody>
      </p:sp>
      <p:sp>
        <p:nvSpPr>
          <p:cNvPr id="257" name="Google Shape;257;p12"/>
          <p:cNvSpPr txBox="1"/>
          <p:nvPr>
            <p:ph idx="1" type="body"/>
          </p:nvPr>
        </p:nvSpPr>
        <p:spPr>
          <a:xfrm>
            <a:off x="311700" y="1152475"/>
            <a:ext cx="8520600" cy="25047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A conditional statement contained inside another conditional statement.</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Statements inside are only evaluated if outer branching statements are true.</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a:t>
            </a:r>
            <a:r>
              <a:rPr lang="en" sz="1600">
                <a:solidFill>
                  <a:schemeClr val="dk1"/>
                </a:solidFill>
              </a:rPr>
              <a:t>Building complex layered logic.</a:t>
            </a:r>
            <a:endParaRPr sz="1600">
              <a:solidFill>
                <a:schemeClr val="dk1"/>
              </a:solidFill>
            </a:endParaRPr>
          </a:p>
          <a:p>
            <a:pPr indent="0" lvl="0" marL="0" rtl="0" algn="l">
              <a:lnSpc>
                <a:spcPct val="150000"/>
              </a:lnSpc>
              <a:spcBef>
                <a:spcPts val="1200"/>
              </a:spcBef>
              <a:spcAft>
                <a:spcPts val="0"/>
              </a:spcAft>
              <a:buSzPts val="1800"/>
              <a:buNone/>
            </a:pPr>
            <a:r>
              <a:t/>
            </a:r>
            <a:endParaRPr sz="1600">
              <a:solidFill>
                <a:schemeClr val="dk1"/>
              </a:solidFill>
            </a:endParaRPr>
          </a:p>
          <a:p>
            <a:pPr indent="0" lvl="0" marL="0" rtl="0" algn="l">
              <a:lnSpc>
                <a:spcPct val="150000"/>
              </a:lnSpc>
              <a:spcBef>
                <a:spcPts val="1200"/>
              </a:spcBef>
              <a:spcAft>
                <a:spcPts val="1200"/>
              </a:spcAft>
              <a:buSzPts val="1800"/>
              <a:buNone/>
            </a:pPr>
            <a:r>
              <a:rPr lang="en" sz="1600">
                <a:solidFill>
                  <a:srgbClr val="0028FF"/>
                </a:solidFill>
              </a:rPr>
              <a:t>Use case:</a:t>
            </a:r>
            <a:r>
              <a:rPr lang="en" sz="1600">
                <a:solidFill>
                  <a:schemeClr val="dk1"/>
                </a:solidFill>
              </a:rPr>
              <a:t> Checking if an even number is a prime number will require nested if statements. Outer if statement will check if the number is even or not and the inner if will check if the number is prime or not.</a:t>
            </a:r>
            <a:endParaRPr sz="16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3"/>
          <p:cNvSpPr txBox="1"/>
          <p:nvPr/>
        </p:nvSpPr>
        <p:spPr>
          <a:xfrm>
            <a:off x="4765800" y="1456075"/>
            <a:ext cx="4028100" cy="26475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highlight>
                  <a:schemeClr val="lt2"/>
                </a:highlight>
                <a:latin typeface="Courier New"/>
                <a:ea typeface="Courier New"/>
                <a:cs typeface="Courier New"/>
                <a:sym typeface="Courier New"/>
              </a:rPr>
              <a:t>if</a:t>
            </a:r>
            <a:r>
              <a:rPr b="0" i="0" lang="en" sz="1000" u="none" cap="none" strike="noStrike">
                <a:solidFill>
                  <a:srgbClr val="000000"/>
                </a:solidFill>
                <a:highlight>
                  <a:schemeClr val="lt2"/>
                </a:highlight>
                <a:latin typeface="Courier New"/>
                <a:ea typeface="Courier New"/>
                <a:cs typeface="Courier New"/>
                <a:sym typeface="Courier New"/>
              </a:rPr>
              <a:t> (condition)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28FF"/>
                </a:solidFill>
                <a:highlight>
                  <a:schemeClr val="lt2"/>
                </a:highlight>
                <a:latin typeface="Courier New"/>
                <a:ea typeface="Courier New"/>
                <a:cs typeface="Courier New"/>
                <a:sym typeface="Courier New"/>
              </a:rPr>
              <a:t>if </a:t>
            </a:r>
            <a:r>
              <a:rPr b="0" i="0" lang="en" sz="1000" u="none" cap="none" strike="noStrike">
                <a:solidFill>
                  <a:srgbClr val="000000"/>
                </a:solidFill>
                <a:highlight>
                  <a:schemeClr val="lt2"/>
                </a:highlight>
                <a:latin typeface="Courier New"/>
                <a:ea typeface="Courier New"/>
                <a:cs typeface="Courier New"/>
                <a:sym typeface="Courier New"/>
              </a:rPr>
              <a:t>(condition)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r>
              <a:rPr b="0" i="0" lang="en" sz="1000" u="none" cap="none" strike="noStrike">
                <a:solidFill>
                  <a:srgbClr val="000000"/>
                </a:solidFill>
                <a:highlight>
                  <a:srgbClr val="FFFD00"/>
                </a:highlight>
                <a:latin typeface="Courier New"/>
                <a:ea typeface="Courier New"/>
                <a:cs typeface="Courier New"/>
                <a:sym typeface="Courier New"/>
              </a:rPr>
              <a:t>nested if inside if block;</a:t>
            </a:r>
            <a:endParaRPr b="0" i="0" sz="1000" u="none" cap="none" strike="noStrike">
              <a:solidFill>
                <a:srgbClr val="000000"/>
              </a:solidFill>
              <a:highlight>
                <a:srgbClr val="FFFD00"/>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rgbClr val="EEEEEE"/>
                </a:highlight>
                <a:latin typeface="Courier New"/>
                <a:ea typeface="Courier New"/>
                <a:cs typeface="Courier New"/>
                <a:sym typeface="Courier New"/>
              </a:rPr>
              <a:t>        }</a:t>
            </a:r>
            <a:endParaRPr b="0" i="0" sz="1000" u="none" cap="none" strike="noStrike">
              <a:solidFill>
                <a:srgbClr val="000000"/>
              </a:solidFill>
              <a:highlight>
                <a:srgbClr val="EEEEEE"/>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rgbClr val="EEEEEE"/>
                </a:highlight>
                <a:latin typeface="Courier New"/>
                <a:ea typeface="Courier New"/>
                <a:cs typeface="Courier New"/>
                <a:sym typeface="Courier New"/>
              </a:rPr>
              <a:t>        </a:t>
            </a:r>
            <a:r>
              <a:rPr b="0" i="0" lang="en" sz="1000" u="none" cap="none" strike="noStrike">
                <a:solidFill>
                  <a:srgbClr val="0028FF"/>
                </a:solidFill>
                <a:highlight>
                  <a:srgbClr val="EEEEEE"/>
                </a:highlight>
                <a:latin typeface="Courier New"/>
                <a:ea typeface="Courier New"/>
                <a:cs typeface="Courier New"/>
                <a:sym typeface="Courier New"/>
              </a:rPr>
              <a:t>else </a:t>
            </a:r>
            <a:r>
              <a:rPr b="0" i="0" lang="en" sz="1000" u="none" cap="none" strike="noStrike">
                <a:solidFill>
                  <a:srgbClr val="000000"/>
                </a:solidFill>
                <a:highlight>
                  <a:srgbClr val="EEEEEE"/>
                </a:highlight>
                <a:latin typeface="Courier New"/>
                <a:ea typeface="Courier New"/>
                <a:cs typeface="Courier New"/>
                <a:sym typeface="Courier New"/>
              </a:rPr>
              <a:t>{</a:t>
            </a:r>
            <a:endParaRPr b="0" i="0" sz="1000" u="none" cap="none" strike="noStrike">
              <a:solidFill>
                <a:srgbClr val="000000"/>
              </a:solidFill>
              <a:highlight>
                <a:srgbClr val="EEEEEE"/>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rgbClr val="EEEEEE"/>
                </a:highlight>
                <a:latin typeface="Courier New"/>
                <a:ea typeface="Courier New"/>
                <a:cs typeface="Courier New"/>
                <a:sym typeface="Courier New"/>
              </a:rPr>
              <a:t>           </a:t>
            </a:r>
            <a:r>
              <a:rPr b="0" i="0" lang="en" sz="1000" u="none" cap="none" strike="noStrike">
                <a:solidFill>
                  <a:schemeClr val="dk1"/>
                </a:solidFill>
                <a:highlight>
                  <a:srgbClr val="FFFD00"/>
                </a:highlight>
                <a:latin typeface="Courier New"/>
                <a:ea typeface="Courier New"/>
                <a:cs typeface="Courier New"/>
                <a:sym typeface="Courier New"/>
              </a:rPr>
              <a:t>nested else inside if block;</a:t>
            </a:r>
            <a:endParaRPr b="0" i="0" sz="1000" u="none" cap="none" strike="noStrike">
              <a:solidFill>
                <a:srgbClr val="000000"/>
              </a:solidFill>
              <a:highlight>
                <a:srgbClr val="EEEEEE"/>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rgbClr val="EEEEEE"/>
                </a:highlight>
                <a:latin typeface="Courier New"/>
                <a:ea typeface="Courier New"/>
                <a:cs typeface="Courier New"/>
                <a:sym typeface="Courier New"/>
              </a:rPr>
              <a:t>         }</a:t>
            </a:r>
            <a:endParaRPr b="0" i="0" sz="1000" u="none" cap="none" strike="noStrike">
              <a:solidFill>
                <a:srgbClr val="000000"/>
              </a:solidFill>
              <a:highlight>
                <a:srgbClr val="EEEEEE"/>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28FF"/>
                </a:solidFill>
                <a:highlight>
                  <a:schemeClr val="lt2"/>
                </a:highlight>
                <a:latin typeface="Courier New"/>
                <a:ea typeface="Courier New"/>
                <a:cs typeface="Courier New"/>
                <a:sym typeface="Courier New"/>
              </a:rPr>
              <a:t>else </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r>
              <a:rPr b="0" i="0" lang="en" sz="1000" u="none" cap="none" strike="noStrike">
                <a:solidFill>
                  <a:schemeClr val="dk1"/>
                </a:solidFill>
                <a:highlight>
                  <a:srgbClr val="FFFD00"/>
                </a:highlight>
                <a:latin typeface="Courier New"/>
                <a:ea typeface="Courier New"/>
                <a:cs typeface="Courier New"/>
                <a:sym typeface="Courier New"/>
              </a:rPr>
              <a:t>else block;</a:t>
            </a:r>
            <a:endParaRPr b="0" i="0" sz="1000" u="none" cap="none" strike="noStrike">
              <a:solidFill>
                <a:schemeClr val="dk1"/>
              </a:solidFill>
              <a:highlight>
                <a:srgbClr val="FFFD00"/>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latin typeface="Courier New"/>
              <a:ea typeface="Courier New"/>
              <a:cs typeface="Courier New"/>
              <a:sym typeface="Courier New"/>
            </a:endParaRPr>
          </a:p>
        </p:txBody>
      </p:sp>
      <p:sp>
        <p:nvSpPr>
          <p:cNvPr id="263" name="Google Shape;263;p13"/>
          <p:cNvSpPr/>
          <p:nvPr/>
        </p:nvSpPr>
        <p:spPr>
          <a:xfrm>
            <a:off x="1155489" y="1077150"/>
            <a:ext cx="970218" cy="32626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START</a:t>
            </a:r>
            <a:endParaRPr b="0" i="0" sz="1300" u="none" cap="none" strike="noStrike">
              <a:solidFill>
                <a:srgbClr val="000000"/>
              </a:solidFill>
              <a:latin typeface="Arial"/>
              <a:ea typeface="Arial"/>
              <a:cs typeface="Arial"/>
              <a:sym typeface="Arial"/>
            </a:endParaRPr>
          </a:p>
        </p:txBody>
      </p:sp>
      <p:sp>
        <p:nvSpPr>
          <p:cNvPr id="264" name="Google Shape;264;p13"/>
          <p:cNvSpPr/>
          <p:nvPr/>
        </p:nvSpPr>
        <p:spPr>
          <a:xfrm>
            <a:off x="1335092" y="4684068"/>
            <a:ext cx="790614" cy="266166"/>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Arial"/>
                <a:ea typeface="Arial"/>
                <a:cs typeface="Arial"/>
                <a:sym typeface="Arial"/>
              </a:rPr>
              <a:t>END</a:t>
            </a:r>
            <a:endParaRPr b="0" i="0" sz="1300" u="none" cap="none" strike="noStrike">
              <a:solidFill>
                <a:srgbClr val="000000"/>
              </a:solidFill>
              <a:latin typeface="Arial"/>
              <a:ea typeface="Arial"/>
              <a:cs typeface="Arial"/>
              <a:sym typeface="Arial"/>
            </a:endParaRPr>
          </a:p>
        </p:txBody>
      </p:sp>
      <p:sp>
        <p:nvSpPr>
          <p:cNvPr id="265" name="Google Shape;265;p13"/>
          <p:cNvSpPr/>
          <p:nvPr/>
        </p:nvSpPr>
        <p:spPr>
          <a:xfrm>
            <a:off x="749000" y="1590900"/>
            <a:ext cx="17787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if Condition</a:t>
            </a:r>
            <a:endParaRPr b="0" i="0" sz="1100" u="none" cap="none" strike="noStrike">
              <a:solidFill>
                <a:srgbClr val="000000"/>
              </a:solidFill>
              <a:latin typeface="Arial"/>
              <a:ea typeface="Arial"/>
              <a:cs typeface="Arial"/>
              <a:sym typeface="Arial"/>
            </a:endParaRPr>
          </a:p>
        </p:txBody>
      </p:sp>
      <p:cxnSp>
        <p:nvCxnSpPr>
          <p:cNvPr id="266" name="Google Shape;266;p13"/>
          <p:cNvCxnSpPr>
            <a:stCxn id="263" idx="2"/>
            <a:endCxn id="265" idx="0"/>
          </p:cNvCxnSpPr>
          <p:nvPr/>
        </p:nvCxnSpPr>
        <p:spPr>
          <a:xfrm flipH="1">
            <a:off x="1638498" y="1403418"/>
            <a:ext cx="2100" cy="187500"/>
          </a:xfrm>
          <a:prstGeom prst="straightConnector1">
            <a:avLst/>
          </a:prstGeom>
          <a:noFill/>
          <a:ln cap="flat" cmpd="sng" w="9525">
            <a:solidFill>
              <a:schemeClr val="dk2"/>
            </a:solidFill>
            <a:prstDash val="solid"/>
            <a:round/>
            <a:headEnd len="sm" w="sm" type="none"/>
            <a:tailEnd len="med" w="med" type="triangle"/>
          </a:ln>
        </p:spPr>
      </p:cxnSp>
      <p:sp>
        <p:nvSpPr>
          <p:cNvPr id="267" name="Google Shape;267;p13"/>
          <p:cNvSpPr/>
          <p:nvPr/>
        </p:nvSpPr>
        <p:spPr>
          <a:xfrm>
            <a:off x="1540796" y="4103586"/>
            <a:ext cx="379200" cy="4143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68" name="Google Shape;268;p13"/>
          <p:cNvCxnSpPr>
            <a:stCxn id="267" idx="4"/>
            <a:endCxn id="264" idx="0"/>
          </p:cNvCxnSpPr>
          <p:nvPr/>
        </p:nvCxnSpPr>
        <p:spPr>
          <a:xfrm flipH="1" rot="-5400000">
            <a:off x="1647596" y="4600686"/>
            <a:ext cx="166200" cy="600"/>
          </a:xfrm>
          <a:prstGeom prst="bentConnector3">
            <a:avLst>
              <a:gd fmla="val 49994" name="adj1"/>
            </a:avLst>
          </a:prstGeom>
          <a:noFill/>
          <a:ln cap="flat" cmpd="sng" w="9525">
            <a:solidFill>
              <a:schemeClr val="dk2"/>
            </a:solidFill>
            <a:prstDash val="solid"/>
            <a:round/>
            <a:headEnd len="sm" w="sm" type="none"/>
            <a:tailEnd len="med" w="med" type="triangle"/>
          </a:ln>
        </p:spPr>
      </p:cxnSp>
      <p:sp>
        <p:nvSpPr>
          <p:cNvPr id="269" name="Google Shape;269;p13"/>
          <p:cNvSpPr/>
          <p:nvPr/>
        </p:nvSpPr>
        <p:spPr>
          <a:xfrm>
            <a:off x="2470800" y="2386938"/>
            <a:ext cx="15870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Nested if condition</a:t>
            </a:r>
            <a:endParaRPr b="0" i="0" sz="1100" u="none" cap="none" strike="noStrike">
              <a:solidFill>
                <a:srgbClr val="000000"/>
              </a:solidFill>
              <a:latin typeface="Arial"/>
              <a:ea typeface="Arial"/>
              <a:cs typeface="Arial"/>
              <a:sym typeface="Arial"/>
            </a:endParaRPr>
          </a:p>
        </p:txBody>
      </p:sp>
      <p:cxnSp>
        <p:nvCxnSpPr>
          <p:cNvPr id="270" name="Google Shape;270;p13"/>
          <p:cNvCxnSpPr>
            <a:stCxn id="265" idx="3"/>
            <a:endCxn id="269" idx="0"/>
          </p:cNvCxnSpPr>
          <p:nvPr/>
        </p:nvCxnSpPr>
        <p:spPr>
          <a:xfrm>
            <a:off x="2527700" y="1938900"/>
            <a:ext cx="736500" cy="447900"/>
          </a:xfrm>
          <a:prstGeom prst="bentConnector2">
            <a:avLst/>
          </a:prstGeom>
          <a:noFill/>
          <a:ln cap="flat" cmpd="sng" w="9525">
            <a:solidFill>
              <a:schemeClr val="dk2"/>
            </a:solidFill>
            <a:prstDash val="solid"/>
            <a:round/>
            <a:headEnd len="sm" w="sm" type="none"/>
            <a:tailEnd len="med" w="med" type="triangle"/>
          </a:ln>
        </p:spPr>
      </p:cxnSp>
      <p:sp>
        <p:nvSpPr>
          <p:cNvPr id="271" name="Google Shape;271;p13"/>
          <p:cNvSpPr/>
          <p:nvPr/>
        </p:nvSpPr>
        <p:spPr>
          <a:xfrm>
            <a:off x="1927500" y="3276249"/>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nested if block</a:t>
            </a:r>
            <a:endParaRPr b="0" i="0" sz="1100" u="none" cap="none" strike="noStrike">
              <a:solidFill>
                <a:srgbClr val="000000"/>
              </a:solidFill>
              <a:latin typeface="Arial"/>
              <a:ea typeface="Arial"/>
              <a:cs typeface="Arial"/>
              <a:sym typeface="Arial"/>
            </a:endParaRPr>
          </a:p>
        </p:txBody>
      </p:sp>
      <p:sp>
        <p:nvSpPr>
          <p:cNvPr id="272" name="Google Shape;272;p13"/>
          <p:cNvSpPr/>
          <p:nvPr/>
        </p:nvSpPr>
        <p:spPr>
          <a:xfrm>
            <a:off x="3795588" y="32754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nested else block</a:t>
            </a:r>
            <a:endParaRPr b="0" i="0" sz="1100" u="none" cap="none" strike="noStrike">
              <a:solidFill>
                <a:srgbClr val="000000"/>
              </a:solidFill>
              <a:latin typeface="Arial"/>
              <a:ea typeface="Arial"/>
              <a:cs typeface="Arial"/>
              <a:sym typeface="Arial"/>
            </a:endParaRPr>
          </a:p>
        </p:txBody>
      </p:sp>
      <p:cxnSp>
        <p:nvCxnSpPr>
          <p:cNvPr id="273" name="Google Shape;273;p13"/>
          <p:cNvCxnSpPr>
            <a:stCxn id="269" idx="1"/>
          </p:cNvCxnSpPr>
          <p:nvPr/>
        </p:nvCxnSpPr>
        <p:spPr>
          <a:xfrm flipH="1">
            <a:off x="2259000" y="2734938"/>
            <a:ext cx="211800" cy="546600"/>
          </a:xfrm>
          <a:prstGeom prst="bentConnector2">
            <a:avLst/>
          </a:prstGeom>
          <a:noFill/>
          <a:ln cap="flat" cmpd="sng" w="9525">
            <a:solidFill>
              <a:schemeClr val="dk2"/>
            </a:solidFill>
            <a:prstDash val="solid"/>
            <a:round/>
            <a:headEnd len="sm" w="sm" type="none"/>
            <a:tailEnd len="med" w="med" type="triangle"/>
          </a:ln>
        </p:spPr>
      </p:cxnSp>
      <p:cxnSp>
        <p:nvCxnSpPr>
          <p:cNvPr id="274" name="Google Shape;274;p13"/>
          <p:cNvCxnSpPr>
            <a:stCxn id="269" idx="3"/>
            <a:endCxn id="272" idx="1"/>
          </p:cNvCxnSpPr>
          <p:nvPr/>
        </p:nvCxnSpPr>
        <p:spPr>
          <a:xfrm>
            <a:off x="4057800" y="2734938"/>
            <a:ext cx="287700" cy="540600"/>
          </a:xfrm>
          <a:prstGeom prst="bentConnector2">
            <a:avLst/>
          </a:prstGeom>
          <a:noFill/>
          <a:ln cap="flat" cmpd="sng" w="9525">
            <a:solidFill>
              <a:schemeClr val="dk2"/>
            </a:solidFill>
            <a:prstDash val="solid"/>
            <a:round/>
            <a:headEnd len="sm" w="sm" type="none"/>
            <a:tailEnd len="med" w="med" type="triangle"/>
          </a:ln>
        </p:spPr>
      </p:cxnSp>
      <p:cxnSp>
        <p:nvCxnSpPr>
          <p:cNvPr id="275" name="Google Shape;275;p13"/>
          <p:cNvCxnSpPr>
            <a:stCxn id="271" idx="5"/>
            <a:endCxn id="267" idx="0"/>
          </p:cNvCxnSpPr>
          <p:nvPr/>
        </p:nvCxnSpPr>
        <p:spPr>
          <a:xfrm flipH="1">
            <a:off x="1730400" y="3535449"/>
            <a:ext cx="261900" cy="568200"/>
          </a:xfrm>
          <a:prstGeom prst="bentConnector2">
            <a:avLst/>
          </a:prstGeom>
          <a:noFill/>
          <a:ln cap="flat" cmpd="sng" w="9525">
            <a:solidFill>
              <a:schemeClr val="dk2"/>
            </a:solidFill>
            <a:prstDash val="solid"/>
            <a:round/>
            <a:headEnd len="sm" w="sm" type="none"/>
            <a:tailEnd len="med" w="med" type="triangle"/>
          </a:ln>
        </p:spPr>
      </p:cxnSp>
      <p:cxnSp>
        <p:nvCxnSpPr>
          <p:cNvPr id="276" name="Google Shape;276;p13"/>
          <p:cNvCxnSpPr>
            <a:stCxn id="272" idx="4"/>
            <a:endCxn id="267" idx="6"/>
          </p:cNvCxnSpPr>
          <p:nvPr/>
        </p:nvCxnSpPr>
        <p:spPr>
          <a:xfrm rot="5400000">
            <a:off x="2841888" y="2871982"/>
            <a:ext cx="516900" cy="2360700"/>
          </a:xfrm>
          <a:prstGeom prst="bentConnector2">
            <a:avLst/>
          </a:prstGeom>
          <a:noFill/>
          <a:ln cap="flat" cmpd="sng" w="9525">
            <a:solidFill>
              <a:schemeClr val="dk2"/>
            </a:solidFill>
            <a:prstDash val="solid"/>
            <a:round/>
            <a:headEnd len="sm" w="sm" type="none"/>
            <a:tailEnd len="med" w="med" type="triangle"/>
          </a:ln>
        </p:spPr>
      </p:cxnSp>
      <p:sp>
        <p:nvSpPr>
          <p:cNvPr id="277" name="Google Shape;277;p13"/>
          <p:cNvSpPr txBox="1"/>
          <p:nvPr/>
        </p:nvSpPr>
        <p:spPr>
          <a:xfrm>
            <a:off x="3114274" y="1713499"/>
            <a:ext cx="7905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278" name="Google Shape;278;p13"/>
          <p:cNvSpPr txBox="1"/>
          <p:nvPr/>
        </p:nvSpPr>
        <p:spPr>
          <a:xfrm>
            <a:off x="309148" y="1575649"/>
            <a:ext cx="7905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sp>
        <p:nvSpPr>
          <p:cNvPr id="279" name="Google Shape;279;p13"/>
          <p:cNvSpPr txBox="1"/>
          <p:nvPr/>
        </p:nvSpPr>
        <p:spPr>
          <a:xfrm>
            <a:off x="2101561" y="2461690"/>
            <a:ext cx="573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280" name="Google Shape;280;p13"/>
          <p:cNvSpPr txBox="1"/>
          <p:nvPr/>
        </p:nvSpPr>
        <p:spPr>
          <a:xfrm>
            <a:off x="3792424" y="2416450"/>
            <a:ext cx="675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sp>
        <p:nvSpPr>
          <p:cNvPr id="281" name="Google Shape;281;p13"/>
          <p:cNvSpPr txBox="1"/>
          <p:nvPr>
            <p:ph type="title"/>
          </p:nvPr>
        </p:nvSpPr>
        <p:spPr>
          <a:xfrm>
            <a:off x="311700" y="4044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Nested Decision Making (Contd)</a:t>
            </a:r>
            <a:endParaRPr/>
          </a:p>
        </p:txBody>
      </p:sp>
      <p:sp>
        <p:nvSpPr>
          <p:cNvPr id="282" name="Google Shape;282;p13"/>
          <p:cNvSpPr/>
          <p:nvPr/>
        </p:nvSpPr>
        <p:spPr>
          <a:xfrm>
            <a:off x="129438" y="25128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else block</a:t>
            </a:r>
            <a:endParaRPr b="0" i="0" sz="1100" u="none" cap="none" strike="noStrike">
              <a:solidFill>
                <a:srgbClr val="000000"/>
              </a:solidFill>
              <a:latin typeface="Arial"/>
              <a:ea typeface="Arial"/>
              <a:cs typeface="Arial"/>
              <a:sym typeface="Arial"/>
            </a:endParaRPr>
          </a:p>
        </p:txBody>
      </p:sp>
      <p:cxnSp>
        <p:nvCxnSpPr>
          <p:cNvPr id="283" name="Google Shape;283;p13"/>
          <p:cNvCxnSpPr>
            <a:stCxn id="265" idx="1"/>
            <a:endCxn id="282" idx="0"/>
          </p:cNvCxnSpPr>
          <p:nvPr/>
        </p:nvCxnSpPr>
        <p:spPr>
          <a:xfrm flipH="1">
            <a:off x="614600" y="1938900"/>
            <a:ext cx="134400" cy="573900"/>
          </a:xfrm>
          <a:prstGeom prst="bentConnector2">
            <a:avLst/>
          </a:prstGeom>
          <a:noFill/>
          <a:ln cap="flat" cmpd="sng" w="9525">
            <a:solidFill>
              <a:schemeClr val="dk2"/>
            </a:solidFill>
            <a:prstDash val="solid"/>
            <a:round/>
            <a:headEnd len="sm" w="sm" type="none"/>
            <a:tailEnd len="med" w="med" type="triangle"/>
          </a:ln>
        </p:spPr>
      </p:cxnSp>
      <p:cxnSp>
        <p:nvCxnSpPr>
          <p:cNvPr id="284" name="Google Shape;284;p13"/>
          <p:cNvCxnSpPr>
            <a:stCxn id="282" idx="3"/>
            <a:endCxn id="267" idx="2"/>
          </p:cNvCxnSpPr>
          <p:nvPr/>
        </p:nvCxnSpPr>
        <p:spPr>
          <a:xfrm flipH="1" rot="-5400000">
            <a:off x="405588" y="3175432"/>
            <a:ext cx="1279500" cy="991200"/>
          </a:xfrm>
          <a:prstGeom prst="bent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4"/>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Nested Decision Making (Contd)</a:t>
            </a:r>
            <a:endParaRPr/>
          </a:p>
        </p:txBody>
      </p:sp>
      <p:sp>
        <p:nvSpPr>
          <p:cNvPr id="290" name="Google Shape;290;p14"/>
          <p:cNvSpPr txBox="1"/>
          <p:nvPr>
            <p:ph idx="1" type="body"/>
          </p:nvPr>
        </p:nvSpPr>
        <p:spPr>
          <a:xfrm>
            <a:off x="311700" y="619075"/>
            <a:ext cx="8520600" cy="531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solidFill>
                  <a:schemeClr val="dk1"/>
                </a:solidFill>
              </a:rPr>
              <a:t>Design a flowchart that reads a number and prints whether it is positive, negative or zero. If positive, also print whether it is Even or Odd..</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15000"/>
              </a:lnSpc>
              <a:spcBef>
                <a:spcPts val="0"/>
              </a:spcBef>
              <a:spcAft>
                <a:spcPts val="1200"/>
              </a:spcAft>
              <a:buSzPts val="1800"/>
              <a:buNone/>
            </a:pPr>
            <a:r>
              <a:t/>
            </a:r>
            <a:endParaRPr sz="1600">
              <a:solidFill>
                <a:schemeClr val="dk1"/>
              </a:solidFill>
            </a:endParaRPr>
          </a:p>
        </p:txBody>
      </p:sp>
      <p:sp>
        <p:nvSpPr>
          <p:cNvPr id="291" name="Google Shape;291;p14"/>
          <p:cNvSpPr/>
          <p:nvPr/>
        </p:nvSpPr>
        <p:spPr>
          <a:xfrm>
            <a:off x="980909" y="1326613"/>
            <a:ext cx="877932"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START</a:t>
            </a:r>
            <a:endParaRPr b="0" i="0" sz="1200" u="none" cap="none" strike="noStrike">
              <a:solidFill>
                <a:srgbClr val="000000"/>
              </a:solidFill>
              <a:latin typeface="Arial"/>
              <a:ea typeface="Arial"/>
              <a:cs typeface="Arial"/>
              <a:sym typeface="Arial"/>
            </a:endParaRPr>
          </a:p>
        </p:txBody>
      </p:sp>
      <p:sp>
        <p:nvSpPr>
          <p:cNvPr id="292" name="Google Shape;292;p14"/>
          <p:cNvSpPr/>
          <p:nvPr/>
        </p:nvSpPr>
        <p:spPr>
          <a:xfrm>
            <a:off x="1867827" y="4727493"/>
            <a:ext cx="715446"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END</a:t>
            </a:r>
            <a:endParaRPr b="0" i="0" sz="1100" u="none" cap="none" strike="noStrike">
              <a:solidFill>
                <a:srgbClr val="000000"/>
              </a:solidFill>
              <a:latin typeface="Arial"/>
              <a:ea typeface="Arial"/>
              <a:cs typeface="Arial"/>
              <a:sym typeface="Arial"/>
            </a:endParaRPr>
          </a:p>
        </p:txBody>
      </p:sp>
      <p:sp>
        <p:nvSpPr>
          <p:cNvPr id="293" name="Google Shape;293;p14"/>
          <p:cNvSpPr/>
          <p:nvPr/>
        </p:nvSpPr>
        <p:spPr>
          <a:xfrm>
            <a:off x="2053050" y="4214911"/>
            <a:ext cx="343200" cy="33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94" name="Google Shape;294;p14"/>
          <p:cNvCxnSpPr>
            <a:stCxn id="293" idx="4"/>
            <a:endCxn id="292" idx="0"/>
          </p:cNvCxnSpPr>
          <p:nvPr/>
        </p:nvCxnSpPr>
        <p:spPr>
          <a:xfrm flipH="1" rot="-5400000">
            <a:off x="2138100" y="4640161"/>
            <a:ext cx="174000" cy="900"/>
          </a:xfrm>
          <a:prstGeom prst="bentConnector3">
            <a:avLst>
              <a:gd fmla="val 49966" name="adj1"/>
            </a:avLst>
          </a:prstGeom>
          <a:noFill/>
          <a:ln cap="flat" cmpd="sng" w="9525">
            <a:solidFill>
              <a:schemeClr val="dk2"/>
            </a:solidFill>
            <a:prstDash val="solid"/>
            <a:round/>
            <a:headEnd len="sm" w="sm" type="none"/>
            <a:tailEnd len="med" w="med" type="stealth"/>
          </a:ln>
        </p:spPr>
      </p:cxnSp>
      <p:sp>
        <p:nvSpPr>
          <p:cNvPr id="295" name="Google Shape;295;p14"/>
          <p:cNvSpPr/>
          <p:nvPr/>
        </p:nvSpPr>
        <p:spPr>
          <a:xfrm>
            <a:off x="115650" y="2999200"/>
            <a:ext cx="1018200" cy="53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Print “Negative or Zero”</a:t>
            </a:r>
            <a:endParaRPr b="0" i="0" sz="1100" u="none" cap="none" strike="noStrike">
              <a:solidFill>
                <a:srgbClr val="000000"/>
              </a:solidFill>
              <a:latin typeface="Arial"/>
              <a:ea typeface="Arial"/>
              <a:cs typeface="Arial"/>
              <a:sym typeface="Arial"/>
            </a:endParaRPr>
          </a:p>
        </p:txBody>
      </p:sp>
      <p:cxnSp>
        <p:nvCxnSpPr>
          <p:cNvPr id="296" name="Google Shape;296;p14"/>
          <p:cNvCxnSpPr>
            <a:stCxn id="297" idx="1"/>
          </p:cNvCxnSpPr>
          <p:nvPr/>
        </p:nvCxnSpPr>
        <p:spPr>
          <a:xfrm flipH="1">
            <a:off x="2502963" y="2882900"/>
            <a:ext cx="228900" cy="383400"/>
          </a:xfrm>
          <a:prstGeom prst="bentConnector2">
            <a:avLst/>
          </a:prstGeom>
          <a:noFill/>
          <a:ln cap="flat" cmpd="sng" w="9525">
            <a:solidFill>
              <a:schemeClr val="dk2"/>
            </a:solidFill>
            <a:prstDash val="solid"/>
            <a:round/>
            <a:headEnd len="sm" w="sm" type="none"/>
            <a:tailEnd len="med" w="med" type="stealth"/>
          </a:ln>
        </p:spPr>
      </p:cxnSp>
      <p:sp>
        <p:nvSpPr>
          <p:cNvPr id="298" name="Google Shape;298;p14"/>
          <p:cNvSpPr txBox="1"/>
          <p:nvPr/>
        </p:nvSpPr>
        <p:spPr>
          <a:xfrm>
            <a:off x="2053173" y="2110602"/>
            <a:ext cx="715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299" name="Google Shape;299;p14"/>
          <p:cNvSpPr txBox="1"/>
          <p:nvPr/>
        </p:nvSpPr>
        <p:spPr>
          <a:xfrm>
            <a:off x="2180300" y="2616551"/>
            <a:ext cx="715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sp>
        <p:nvSpPr>
          <p:cNvPr id="300" name="Google Shape;300;p14"/>
          <p:cNvSpPr txBox="1"/>
          <p:nvPr/>
        </p:nvSpPr>
        <p:spPr>
          <a:xfrm>
            <a:off x="4016675" y="2596550"/>
            <a:ext cx="611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TRUE</a:t>
            </a:r>
            <a:endParaRPr b="1" i="0" sz="1000" u="none" cap="none" strike="noStrike">
              <a:solidFill>
                <a:srgbClr val="000000"/>
              </a:solidFill>
              <a:latin typeface="Arial"/>
              <a:ea typeface="Arial"/>
              <a:cs typeface="Arial"/>
              <a:sym typeface="Arial"/>
            </a:endParaRPr>
          </a:p>
        </p:txBody>
      </p:sp>
      <p:sp>
        <p:nvSpPr>
          <p:cNvPr id="301" name="Google Shape;301;p14"/>
          <p:cNvSpPr txBox="1"/>
          <p:nvPr/>
        </p:nvSpPr>
        <p:spPr>
          <a:xfrm>
            <a:off x="134042" y="2110591"/>
            <a:ext cx="611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00000"/>
                </a:solidFill>
                <a:latin typeface="Arial"/>
                <a:ea typeface="Arial"/>
                <a:cs typeface="Arial"/>
                <a:sym typeface="Arial"/>
              </a:rPr>
              <a:t>FALSE</a:t>
            </a:r>
            <a:endParaRPr b="1" i="0" sz="1000" u="none" cap="none" strike="noStrike">
              <a:solidFill>
                <a:srgbClr val="000000"/>
              </a:solidFill>
              <a:latin typeface="Arial"/>
              <a:ea typeface="Arial"/>
              <a:cs typeface="Arial"/>
              <a:sym typeface="Arial"/>
            </a:endParaRPr>
          </a:p>
        </p:txBody>
      </p:sp>
      <p:cxnSp>
        <p:nvCxnSpPr>
          <p:cNvPr id="302" name="Google Shape;302;p14"/>
          <p:cNvCxnSpPr>
            <a:stCxn id="291" idx="2"/>
            <a:endCxn id="303" idx="0"/>
          </p:cNvCxnSpPr>
          <p:nvPr/>
        </p:nvCxnSpPr>
        <p:spPr>
          <a:xfrm>
            <a:off x="1419875" y="1587595"/>
            <a:ext cx="0" cy="182100"/>
          </a:xfrm>
          <a:prstGeom prst="straightConnector1">
            <a:avLst/>
          </a:prstGeom>
          <a:noFill/>
          <a:ln cap="flat" cmpd="sng" w="9525">
            <a:solidFill>
              <a:schemeClr val="dk2"/>
            </a:solidFill>
            <a:prstDash val="solid"/>
            <a:round/>
            <a:headEnd len="sm" w="sm" type="none"/>
            <a:tailEnd len="med" w="med" type="triangle"/>
          </a:ln>
        </p:spPr>
      </p:cxnSp>
      <p:sp>
        <p:nvSpPr>
          <p:cNvPr id="304" name="Google Shape;304;p14"/>
          <p:cNvSpPr/>
          <p:nvPr/>
        </p:nvSpPr>
        <p:spPr>
          <a:xfrm>
            <a:off x="663925" y="2131900"/>
            <a:ext cx="1458600" cy="531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if </a:t>
            </a:r>
            <a:r>
              <a:rPr b="0" i="0" lang="en" sz="1000" u="none" cap="none" strike="noStrike">
                <a:solidFill>
                  <a:srgbClr val="000000"/>
                </a:solidFill>
                <a:latin typeface="Arial"/>
                <a:ea typeface="Arial"/>
                <a:cs typeface="Arial"/>
                <a:sym typeface="Arial"/>
              </a:rPr>
              <a:t>num &gt;0</a:t>
            </a:r>
            <a:endParaRPr b="0" i="0" sz="1000" u="none" cap="none" strike="noStrike">
              <a:solidFill>
                <a:srgbClr val="000000"/>
              </a:solidFill>
              <a:latin typeface="Arial"/>
              <a:ea typeface="Arial"/>
              <a:cs typeface="Arial"/>
              <a:sym typeface="Arial"/>
            </a:endParaRPr>
          </a:p>
        </p:txBody>
      </p:sp>
      <p:cxnSp>
        <p:nvCxnSpPr>
          <p:cNvPr id="305" name="Google Shape;305;p14"/>
          <p:cNvCxnSpPr>
            <a:stCxn id="304" idx="1"/>
          </p:cNvCxnSpPr>
          <p:nvPr/>
        </p:nvCxnSpPr>
        <p:spPr>
          <a:xfrm flipH="1">
            <a:off x="435025" y="2397400"/>
            <a:ext cx="228900" cy="601800"/>
          </a:xfrm>
          <a:prstGeom prst="bentConnector2">
            <a:avLst/>
          </a:prstGeom>
          <a:noFill/>
          <a:ln cap="flat" cmpd="sng" w="9525">
            <a:solidFill>
              <a:schemeClr val="dk2"/>
            </a:solidFill>
            <a:prstDash val="solid"/>
            <a:round/>
            <a:headEnd len="sm" w="sm" type="none"/>
            <a:tailEnd len="med" w="med" type="stealth"/>
          </a:ln>
        </p:spPr>
      </p:cxnSp>
      <p:cxnSp>
        <p:nvCxnSpPr>
          <p:cNvPr id="306" name="Google Shape;306;p14"/>
          <p:cNvCxnSpPr>
            <a:endCxn id="293" idx="2"/>
          </p:cNvCxnSpPr>
          <p:nvPr/>
        </p:nvCxnSpPr>
        <p:spPr>
          <a:xfrm>
            <a:off x="435150" y="3541561"/>
            <a:ext cx="1617900" cy="842700"/>
          </a:xfrm>
          <a:prstGeom prst="bentConnector3">
            <a:avLst>
              <a:gd fmla="val 460" name="adj1"/>
            </a:avLst>
          </a:prstGeom>
          <a:noFill/>
          <a:ln cap="flat" cmpd="sng" w="9525">
            <a:solidFill>
              <a:schemeClr val="dk2"/>
            </a:solidFill>
            <a:prstDash val="solid"/>
            <a:round/>
            <a:headEnd len="sm" w="sm" type="none"/>
            <a:tailEnd len="med" w="med" type="stealth"/>
          </a:ln>
        </p:spPr>
      </p:cxnSp>
      <p:cxnSp>
        <p:nvCxnSpPr>
          <p:cNvPr id="307" name="Google Shape;307;p14"/>
          <p:cNvCxnSpPr>
            <a:endCxn id="293" idx="6"/>
          </p:cNvCxnSpPr>
          <p:nvPr/>
        </p:nvCxnSpPr>
        <p:spPr>
          <a:xfrm flipH="1">
            <a:off x="2396250" y="3838561"/>
            <a:ext cx="2067900" cy="545700"/>
          </a:xfrm>
          <a:prstGeom prst="bentConnector3">
            <a:avLst>
              <a:gd fmla="val -377" name="adj1"/>
            </a:avLst>
          </a:prstGeom>
          <a:noFill/>
          <a:ln cap="flat" cmpd="sng" w="9525">
            <a:solidFill>
              <a:schemeClr val="dk2"/>
            </a:solidFill>
            <a:prstDash val="solid"/>
            <a:round/>
            <a:headEnd len="sm" w="sm" type="none"/>
            <a:tailEnd len="med" w="med" type="stealth"/>
          </a:ln>
        </p:spPr>
      </p:cxnSp>
      <p:sp>
        <p:nvSpPr>
          <p:cNvPr id="308" name="Google Shape;308;p14"/>
          <p:cNvSpPr txBox="1"/>
          <p:nvPr/>
        </p:nvSpPr>
        <p:spPr>
          <a:xfrm>
            <a:off x="4867625" y="1549425"/>
            <a:ext cx="4114800" cy="31323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Scanner sc = </a:t>
            </a:r>
            <a:r>
              <a:rPr b="0" i="0" lang="en" sz="1000" u="none" cap="none" strike="noStrike">
                <a:solidFill>
                  <a:srgbClr val="0000FF"/>
                </a:solidFill>
                <a:highlight>
                  <a:schemeClr val="lt2"/>
                </a:highlight>
                <a:latin typeface="Courier New"/>
                <a:ea typeface="Courier New"/>
                <a:cs typeface="Courier New"/>
                <a:sym typeface="Courier New"/>
              </a:rPr>
              <a:t>new </a:t>
            </a:r>
            <a:r>
              <a:rPr b="0" i="0" lang="en" sz="1000" u="none" cap="none" strike="noStrike">
                <a:solidFill>
                  <a:schemeClr val="dk1"/>
                </a:solidFill>
                <a:highlight>
                  <a:schemeClr val="lt2"/>
                </a:highlight>
                <a:latin typeface="Courier New"/>
                <a:ea typeface="Courier New"/>
                <a:cs typeface="Courier New"/>
                <a:sym typeface="Courier New"/>
              </a:rPr>
              <a:t>Scanner(System.in);</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int num= sc.nextInt();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FF"/>
                </a:solidFill>
                <a:highlight>
                  <a:schemeClr val="lt2"/>
                </a:highlight>
                <a:latin typeface="Courier New"/>
                <a:ea typeface="Courier New"/>
                <a:cs typeface="Courier New"/>
                <a:sym typeface="Courier New"/>
              </a:rPr>
              <a:t>if</a:t>
            </a:r>
            <a:r>
              <a:rPr b="0" i="0" lang="en" sz="1000" u="none" cap="none" strike="noStrike">
                <a:solidFill>
                  <a:srgbClr val="000000"/>
                </a:solidFill>
                <a:highlight>
                  <a:schemeClr val="lt2"/>
                </a:highlight>
                <a:latin typeface="Courier New"/>
                <a:ea typeface="Courier New"/>
                <a:cs typeface="Courier New"/>
                <a:sym typeface="Courier New"/>
              </a:rPr>
              <a:t> (num&gt;0)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r>
              <a:rPr b="0" i="0" lang="en" sz="1000" u="none" cap="none" strike="noStrike">
                <a:solidFill>
                  <a:srgbClr val="0028FF"/>
                </a:solidFill>
                <a:highlight>
                  <a:schemeClr val="lt2"/>
                </a:highlight>
                <a:latin typeface="Courier New"/>
                <a:ea typeface="Courier New"/>
                <a:cs typeface="Courier New"/>
                <a:sym typeface="Courier New"/>
              </a:rPr>
              <a:t>if </a:t>
            </a:r>
            <a:r>
              <a:rPr b="0" i="0" lang="en" sz="1000" u="none" cap="none" strike="noStrike">
                <a:solidFill>
                  <a:schemeClr val="dk1"/>
                </a:solidFill>
                <a:highlight>
                  <a:schemeClr val="lt2"/>
                </a:highlight>
                <a:latin typeface="Courier New"/>
                <a:ea typeface="Courier New"/>
                <a:cs typeface="Courier New"/>
                <a:sym typeface="Courier New"/>
              </a:rPr>
              <a:t>(num%2==0)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System.out.println(</a:t>
            </a:r>
            <a:r>
              <a:rPr b="0" i="0" lang="en" sz="1000" u="none" cap="none" strike="noStrike">
                <a:solidFill>
                  <a:srgbClr val="38761D"/>
                </a:solidFill>
                <a:highlight>
                  <a:schemeClr val="lt2"/>
                </a:highlight>
                <a:latin typeface="Courier New"/>
                <a:ea typeface="Courier New"/>
                <a:cs typeface="Courier New"/>
                <a:sym typeface="Courier New"/>
              </a:rPr>
              <a:t>"Positive and Even"</a:t>
            </a: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r>
              <a:rPr b="0" i="0" lang="en" sz="1000" u="none" cap="none" strike="noStrike">
                <a:solidFill>
                  <a:srgbClr val="0028FF"/>
                </a:solidFill>
                <a:highlight>
                  <a:schemeClr val="lt2"/>
                </a:highlight>
                <a:latin typeface="Courier New"/>
                <a:ea typeface="Courier New"/>
                <a:cs typeface="Courier New"/>
                <a:sym typeface="Courier New"/>
              </a:rPr>
              <a:t>else </a:t>
            </a: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System.out.println(</a:t>
            </a:r>
            <a:r>
              <a:rPr b="0" i="0" lang="en" sz="1100" u="none" cap="none" strike="noStrike">
                <a:solidFill>
                  <a:srgbClr val="38761D"/>
                </a:solidFill>
                <a:highlight>
                  <a:schemeClr val="lt2"/>
                </a:highlight>
                <a:latin typeface="Courier New"/>
                <a:ea typeface="Courier New"/>
                <a:cs typeface="Courier New"/>
                <a:sym typeface="Courier New"/>
              </a:rPr>
              <a:t>"</a:t>
            </a:r>
            <a:r>
              <a:rPr b="0" i="0" lang="en" sz="1000" u="none" cap="none" strike="noStrike">
                <a:solidFill>
                  <a:srgbClr val="38761D"/>
                </a:solidFill>
                <a:highlight>
                  <a:schemeClr val="lt2"/>
                </a:highlight>
                <a:latin typeface="Courier New"/>
                <a:ea typeface="Courier New"/>
                <a:cs typeface="Courier New"/>
                <a:sym typeface="Courier New"/>
              </a:rPr>
              <a:t>Positive and Odd</a:t>
            </a:r>
            <a:r>
              <a:rPr b="0" i="0" lang="en" sz="1100" u="none" cap="none" strike="noStrike">
                <a:solidFill>
                  <a:srgbClr val="38761D"/>
                </a:solidFill>
                <a:highlight>
                  <a:schemeClr val="lt2"/>
                </a:highlight>
                <a:latin typeface="Courier New"/>
                <a:ea typeface="Courier New"/>
                <a:cs typeface="Courier New"/>
                <a:sym typeface="Courier New"/>
              </a:rPr>
              <a:t>"</a:t>
            </a: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chemeClr val="dk1"/>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chemeClr val="dk1"/>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28FF"/>
                </a:solidFill>
                <a:highlight>
                  <a:schemeClr val="lt2"/>
                </a:highlight>
                <a:latin typeface="Courier New"/>
                <a:ea typeface="Courier New"/>
                <a:cs typeface="Courier New"/>
                <a:sym typeface="Courier New"/>
              </a:rPr>
              <a:t>else</a:t>
            </a: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chemeClr val="dk1"/>
                </a:solidFill>
                <a:highlight>
                  <a:schemeClr val="lt2"/>
                </a:highlight>
                <a:latin typeface="Courier New"/>
                <a:ea typeface="Courier New"/>
                <a:cs typeface="Courier New"/>
                <a:sym typeface="Courier New"/>
              </a:rPr>
              <a:t>    System.out.println(</a:t>
            </a:r>
            <a:r>
              <a:rPr b="0" i="0" lang="en" sz="1000" u="none" cap="none" strike="noStrike">
                <a:solidFill>
                  <a:srgbClr val="38761D"/>
                </a:solidFill>
                <a:highlight>
                  <a:schemeClr val="lt2"/>
                </a:highlight>
                <a:latin typeface="Courier New"/>
                <a:ea typeface="Courier New"/>
                <a:cs typeface="Courier New"/>
                <a:sym typeface="Courier New"/>
              </a:rPr>
              <a:t>"Negative or Zero"</a:t>
            </a:r>
            <a:r>
              <a:rPr b="0" i="0" lang="en" sz="1000" u="none" cap="none" strike="noStrike">
                <a:solidFill>
                  <a:schemeClr val="dk1"/>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a:p>
            <a:pPr indent="-292100" lvl="0" marL="457200" marR="0" rtl="0" algn="l">
              <a:lnSpc>
                <a:spcPct val="150000"/>
              </a:lnSpc>
              <a:spcBef>
                <a:spcPts val="0"/>
              </a:spcBef>
              <a:spcAft>
                <a:spcPts val="0"/>
              </a:spcAft>
              <a:buClr>
                <a:srgbClr val="000000"/>
              </a:buClr>
              <a:buSzPts val="1000"/>
              <a:buFont typeface="Courier New"/>
              <a:buAutoNum type="arabicPeriod"/>
            </a:pPr>
            <a:r>
              <a:rPr b="0" i="0" lang="en" sz="1000" u="none" cap="none" strike="noStrike">
                <a:solidFill>
                  <a:srgbClr val="000000"/>
                </a:solidFill>
                <a:highlight>
                  <a:schemeClr val="lt2"/>
                </a:highlight>
                <a:latin typeface="Courier New"/>
                <a:ea typeface="Courier New"/>
                <a:cs typeface="Courier New"/>
                <a:sym typeface="Courier New"/>
              </a:rPr>
              <a:t>}</a:t>
            </a:r>
            <a:endParaRPr b="0" i="0" sz="1000" u="none" cap="none" strike="noStrike">
              <a:solidFill>
                <a:srgbClr val="000000"/>
              </a:solidFill>
              <a:highlight>
                <a:schemeClr val="lt2"/>
              </a:highlight>
              <a:latin typeface="Courier New"/>
              <a:ea typeface="Courier New"/>
              <a:cs typeface="Courier New"/>
              <a:sym typeface="Courier New"/>
            </a:endParaRPr>
          </a:p>
        </p:txBody>
      </p:sp>
      <p:sp>
        <p:nvSpPr>
          <p:cNvPr id="309" name="Google Shape;309;p14"/>
          <p:cNvSpPr/>
          <p:nvPr/>
        </p:nvSpPr>
        <p:spPr>
          <a:xfrm>
            <a:off x="3737100" y="327380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Print “Positive and Even”</a:t>
            </a:r>
            <a:endParaRPr b="0" i="0" sz="1100" u="none" cap="none" strike="noStrike">
              <a:solidFill>
                <a:srgbClr val="000000"/>
              </a:solidFill>
              <a:latin typeface="Arial"/>
              <a:ea typeface="Arial"/>
              <a:cs typeface="Arial"/>
              <a:sym typeface="Arial"/>
            </a:endParaRPr>
          </a:p>
        </p:txBody>
      </p:sp>
      <p:cxnSp>
        <p:nvCxnSpPr>
          <p:cNvPr id="310" name="Google Shape;310;p14"/>
          <p:cNvCxnSpPr>
            <a:stCxn id="304" idx="3"/>
            <a:endCxn id="297" idx="0"/>
          </p:cNvCxnSpPr>
          <p:nvPr/>
        </p:nvCxnSpPr>
        <p:spPr>
          <a:xfrm>
            <a:off x="2122525" y="2397400"/>
            <a:ext cx="1372500" cy="199200"/>
          </a:xfrm>
          <a:prstGeom prst="bentConnector2">
            <a:avLst/>
          </a:prstGeom>
          <a:noFill/>
          <a:ln cap="flat" cmpd="sng" w="9525">
            <a:solidFill>
              <a:schemeClr val="dk2"/>
            </a:solidFill>
            <a:prstDash val="solid"/>
            <a:round/>
            <a:headEnd len="sm" w="sm" type="none"/>
            <a:tailEnd len="med" w="med" type="stealth"/>
          </a:ln>
        </p:spPr>
      </p:cxnSp>
      <p:cxnSp>
        <p:nvCxnSpPr>
          <p:cNvPr id="311" name="Google Shape;311;p14"/>
          <p:cNvCxnSpPr>
            <a:endCxn id="293" idx="0"/>
          </p:cNvCxnSpPr>
          <p:nvPr/>
        </p:nvCxnSpPr>
        <p:spPr>
          <a:xfrm flipH="1" rot="-5400000">
            <a:off x="2034600" y="4024861"/>
            <a:ext cx="376200" cy="3900"/>
          </a:xfrm>
          <a:prstGeom prst="bentConnector3">
            <a:avLst>
              <a:gd fmla="val 50000" name="adj1"/>
            </a:avLst>
          </a:prstGeom>
          <a:noFill/>
          <a:ln cap="flat" cmpd="sng" w="9525">
            <a:solidFill>
              <a:schemeClr val="dk2"/>
            </a:solidFill>
            <a:prstDash val="solid"/>
            <a:round/>
            <a:headEnd len="sm" w="sm" type="none"/>
            <a:tailEnd len="med" w="med" type="stealth"/>
          </a:ln>
        </p:spPr>
      </p:cxnSp>
      <p:sp>
        <p:nvSpPr>
          <p:cNvPr id="303" name="Google Shape;303;p14"/>
          <p:cNvSpPr/>
          <p:nvPr/>
        </p:nvSpPr>
        <p:spPr>
          <a:xfrm>
            <a:off x="836225" y="1769825"/>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Read num</a:t>
            </a:r>
            <a:endParaRPr b="0" i="0" sz="1100" u="none" cap="none" strike="noStrike">
              <a:solidFill>
                <a:srgbClr val="000000"/>
              </a:solidFill>
              <a:latin typeface="Arial"/>
              <a:ea typeface="Arial"/>
              <a:cs typeface="Arial"/>
              <a:sym typeface="Arial"/>
            </a:endParaRPr>
          </a:p>
        </p:txBody>
      </p:sp>
      <p:cxnSp>
        <p:nvCxnSpPr>
          <p:cNvPr id="312" name="Google Shape;312;p14"/>
          <p:cNvCxnSpPr>
            <a:stCxn id="303" idx="4"/>
          </p:cNvCxnSpPr>
          <p:nvPr/>
        </p:nvCxnSpPr>
        <p:spPr>
          <a:xfrm flipH="1" rot="-5400000">
            <a:off x="1364675" y="2086025"/>
            <a:ext cx="111000" cy="600"/>
          </a:xfrm>
          <a:prstGeom prst="bentConnector3">
            <a:avLst>
              <a:gd fmla="val 50000" name="adj1"/>
            </a:avLst>
          </a:prstGeom>
          <a:noFill/>
          <a:ln cap="flat" cmpd="sng" w="9525">
            <a:solidFill>
              <a:schemeClr val="dk2"/>
            </a:solidFill>
            <a:prstDash val="solid"/>
            <a:round/>
            <a:headEnd len="sm" w="sm" type="none"/>
            <a:tailEnd len="med" w="med" type="stealth"/>
          </a:ln>
        </p:spPr>
      </p:cxnSp>
      <p:cxnSp>
        <p:nvCxnSpPr>
          <p:cNvPr id="313" name="Google Shape;313;p14"/>
          <p:cNvCxnSpPr>
            <a:stCxn id="297" idx="3"/>
          </p:cNvCxnSpPr>
          <p:nvPr/>
        </p:nvCxnSpPr>
        <p:spPr>
          <a:xfrm>
            <a:off x="4258263" y="2882900"/>
            <a:ext cx="198300" cy="390900"/>
          </a:xfrm>
          <a:prstGeom prst="bentConnector2">
            <a:avLst/>
          </a:prstGeom>
          <a:noFill/>
          <a:ln cap="flat" cmpd="sng" w="9525">
            <a:solidFill>
              <a:schemeClr val="dk2"/>
            </a:solidFill>
            <a:prstDash val="solid"/>
            <a:round/>
            <a:headEnd len="sm" w="sm" type="none"/>
            <a:tailEnd len="med" w="med" type="stealth"/>
          </a:ln>
        </p:spPr>
      </p:cxnSp>
      <p:sp>
        <p:nvSpPr>
          <p:cNvPr id="297" name="Google Shape;297;p14"/>
          <p:cNvSpPr/>
          <p:nvPr/>
        </p:nvSpPr>
        <p:spPr>
          <a:xfrm>
            <a:off x="2731863" y="2596550"/>
            <a:ext cx="15264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if num%2 == 0</a:t>
            </a:r>
            <a:endParaRPr b="0" i="0" sz="1000" u="none" cap="none" strike="noStrike">
              <a:solidFill>
                <a:srgbClr val="000000"/>
              </a:solidFill>
              <a:latin typeface="Arial"/>
              <a:ea typeface="Arial"/>
              <a:cs typeface="Arial"/>
              <a:sym typeface="Arial"/>
            </a:endParaRPr>
          </a:p>
        </p:txBody>
      </p:sp>
      <p:sp>
        <p:nvSpPr>
          <p:cNvPr id="314" name="Google Shape;314;p14"/>
          <p:cNvSpPr/>
          <p:nvPr/>
        </p:nvSpPr>
        <p:spPr>
          <a:xfrm>
            <a:off x="2036750" y="328875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Arial"/>
                <a:ea typeface="Arial"/>
                <a:cs typeface="Arial"/>
                <a:sym typeface="Arial"/>
              </a:rPr>
              <a:t>Print “Positive and Odd”</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5"/>
          <p:cNvSpPr txBox="1"/>
          <p:nvPr>
            <p:ph type="ctrTitle"/>
          </p:nvPr>
        </p:nvSpPr>
        <p:spPr>
          <a:xfrm>
            <a:off x="311708" y="1545450"/>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15000"/>
              </a:lnSpc>
              <a:spcBef>
                <a:spcPts val="0"/>
              </a:spcBef>
              <a:spcAft>
                <a:spcPts val="0"/>
              </a:spcAft>
              <a:buSzPts val="5200"/>
              <a:buNone/>
            </a:pPr>
            <a:r>
              <a:rPr b="1" lang="en" sz="3200">
                <a:solidFill>
                  <a:srgbClr val="000000"/>
                </a:solidFill>
              </a:rPr>
              <a:t>THANK YOU!</a:t>
            </a:r>
            <a:endParaRPr b="1" sz="3200">
              <a:solidFill>
                <a:srgbClr val="000000"/>
              </a:solidFill>
            </a:endParaRPr>
          </a:p>
          <a:p>
            <a:pPr indent="0" lvl="0" marL="0" rtl="0" algn="ctr">
              <a:lnSpc>
                <a:spcPct val="100000"/>
              </a:lnSpc>
              <a:spcBef>
                <a:spcPts val="1200"/>
              </a:spcBef>
              <a:spcAft>
                <a:spcPts val="0"/>
              </a:spcAft>
              <a:buSzPts val="52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